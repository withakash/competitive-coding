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Y88HOK2awKNZx7GyyvIeBx/3g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B27EA6-2FD2-4C52-AF02-C1BAF5441F02}">
  <a:tblStyle styleId="{D2B27EA6-2FD2-4C52-AF02-C1BAF5441F0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65FE506-679D-478A-AB2C-F6F3279EB17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1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41983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I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Implementation of MINSTACK (Minimum Stack)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5" l="0" r="0" t="-4636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{D2B27EA6-2FD2-4C52-AF02-C1BAF5441F02}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" name="Google Shape;92;p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3" name="Google Shape;93;p2"/>
          <p:cNvGraphicFramePr/>
          <p:nvPr/>
        </p:nvGraphicFramePr>
        <p:xfrm>
          <a:off x="1461074" y="274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{D2B27EA6-2FD2-4C52-AF02-C1BAF5441F02}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Implementation of MINSTACK (Minimum Stack)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" name="Google Shape;94;p2"/>
          <p:cNvGraphicFramePr/>
          <p:nvPr/>
        </p:nvGraphicFramePr>
        <p:xfrm>
          <a:off x="1471065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{D2B27EA6-2FD2-4C52-AF02-C1BAF5441F02}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0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implement a stack supporting push, pop, top, display, and getMin operations.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0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handle overflow and underflow conditions.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construct a stack of N capacity.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efficiently retrieve the minimum element in O(1) time using an auxiliary stack.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" name="Google Shape;95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for implementing a MINSTACK which should support operations like push, pop, overflow, underflow, display.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1. Construct a stack of N-capacity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2. Push elements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3. Pop elements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4. Top element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5. Retrieve the min element from the stack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A Stack follows the LIFO (Last In, First Out) principle.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Common operations:</a:t>
            </a:r>
            <a:endParaRPr/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Push: Insert element at top</a:t>
            </a:r>
            <a:endParaRPr/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Pop: Remove element from top</a:t>
            </a:r>
            <a:endParaRPr/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Peek / Top: View top element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Why MINSTACK?</a:t>
            </a:r>
            <a:endParaRPr/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A MinStack is an enhanced stack that also allows quick retrieval of the minimum element at any time.</a:t>
            </a:r>
            <a:endParaRPr/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Naively, finding the minimum requires O(n) scanning.</a:t>
            </a:r>
            <a:endParaRPr/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Using an auxiliary stack, we can track the minimum in O(1) time.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1. Initialize: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Create two stacks – mainStack and minStack.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2. Push(x):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Push x onto mainStack.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If minStack is empty or x &lt;= minStack.top(), push x onto minStack.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3. Pop():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If mainStack is empty → Underflow.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Pop element from mainStack.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If popped element equals minStack.top(), also pop from minStack.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2" name="Google Shape;122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4. Top():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Return the top of mainStack if not empty.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5. GetMin():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Return top of minStack (it stores the minimum so far).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6. Display():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Print all elements of mainStack from top to bottom.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29" name="Google Shape;129;p7"/>
          <p:cNvGraphicFramePr/>
          <p:nvPr/>
        </p:nvGraphicFramePr>
        <p:xfrm>
          <a:off x="987285" y="29040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{065FE506-679D-478A-AB2C-F6F3279EB17B}</a:tableStyleId>
              </a:tblPr>
              <a:tblGrid>
                <a:gridCol w="2038850"/>
                <a:gridCol w="2038850"/>
                <a:gridCol w="2038850"/>
                <a:gridCol w="2038850"/>
                <a:gridCol w="203885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Step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mainStack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minStack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Min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push(5)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push(2)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push(8)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[5,2,8]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pop()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getMin()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✅ 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30" name="Google Shape;130;p7"/>
          <p:cNvSpPr txBox="1"/>
          <p:nvPr/>
        </p:nvSpPr>
        <p:spPr>
          <a:xfrm>
            <a:off x="887895" y="2047461"/>
            <a:ext cx="1000539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Let’s push → 5, 3, 7, 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8" name="Google Shape;13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314" y="1451113"/>
            <a:ext cx="8513168" cy="5138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4" name="Google Shape;1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9633" y="1107240"/>
            <a:ext cx="9650172" cy="5001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11"/>
          <p:cNvSpPr/>
          <p:nvPr/>
        </p:nvSpPr>
        <p:spPr>
          <a:xfrm>
            <a:off x="1720645" y="2005781"/>
            <a:ext cx="8111613" cy="3156154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 txBox="1"/>
          <p:nvPr/>
        </p:nvSpPr>
        <p:spPr>
          <a:xfrm>
            <a:off x="1848465" y="2202426"/>
            <a:ext cx="7747819" cy="1685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Current Min: 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Top: 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Current Min: 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graphicFrame>
        <p:nvGraphicFramePr>
          <p:cNvPr id="158" name="Google Shape;158;p13"/>
          <p:cNvGraphicFramePr/>
          <p:nvPr/>
        </p:nvGraphicFramePr>
        <p:xfrm>
          <a:off x="1043609" y="2232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{065FE506-679D-478A-AB2C-F6F3279EB17B}</a:tableStyleId>
              </a:tblPr>
              <a:tblGrid>
                <a:gridCol w="2981750"/>
                <a:gridCol w="1739350"/>
                <a:gridCol w="1888425"/>
                <a:gridCol w="33196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Why?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Push/Pop/Top/getMin</a:t>
                      </a:r>
                      <a:endParaRPr sz="22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O(1)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Constant access; Fixed arrays.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Display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Linear print.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59" name="Google Shape;159;p1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65" name="Google Shape;165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MinStack is an improved version of a normal stack that supports </a:t>
            </a:r>
            <a:r>
              <a:rPr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push(), pop(), top(),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and </a:t>
            </a:r>
            <a:r>
              <a:rPr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getMin()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operations — all in O(1) time.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It uses two stacks: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            a. mainStack stores all elements.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            b. minStack tracks the minimum value at each level.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On push(), if the new element ≤ current minimum, it’s also pushed into minStack.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On pop(), if the popped element equals the top of minStack, both are popped.   getMin() simply returns the top of minStack, giving the minimum instantly.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72" name="Google Shape;172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This approach keeps all operations fast and efficient (O(1) time, O(n) space).</a:t>
            </a:r>
            <a:endParaRPr/>
          </a:p>
          <a:p>
            <a:pPr indent="-762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Advantage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No need to traverse the stack to find the minimum.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Use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Case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 Ideal for real-time applications where frequent min lookups are required.</a:t>
            </a: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9" name="Google Shape;17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1. Min Stack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#155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🔗 https://leetcode.com/problems/min-stack/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Concept: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Implement a stack that supports push(), pop(), top(), and getMin() in O(1).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Same as our class example — perfect for reinforcement.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86" name="Google Shape;186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2. Implement Queue using Stacks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— </a:t>
            </a:r>
            <a:r>
              <a:rPr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#232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🔗 https://leetcode.com/problems/implement-queue-using-stacks/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: Implement a queue using one or two stacks.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Strengthens your stack understanding by reversing the logic.</a:t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5" l="0" r="0" t="-4636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