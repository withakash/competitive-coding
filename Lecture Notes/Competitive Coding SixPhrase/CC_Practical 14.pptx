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keYu8Avvrty8dRP4psbzLX7ux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0F846F-12E8-4FDC-B06F-55AACB3E9BB3}">
  <a:tblStyle styleId="{5E0F846F-12E8-4FDC-B06F-55AACB3E9B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6F92E33-B563-47FB-BFF6-C48361C1389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boundary-of-binary-tre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14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Perform Boundary Traversal on a Binary Search Tree (BST)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{5E0F846F-12E8-4FDC-B06F-55AACB3E9BB3}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9059450" cy="701040"/>
        </p:xfrm>
        <a:graphic>
          <a:graphicData uri="http://schemas.openxmlformats.org/drawingml/2006/table">
            <a:tbl>
              <a:tblPr>
                <a:noFill/>
                <a:tableStyleId>{5E0F846F-12E8-4FDC-B06F-55AACB3E9BB3}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 on a Binary Search Tree (BST)</a:t>
                      </a:r>
                      <a:endParaRPr sz="1400" u="none" strike="noStrike" cap="none"/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9039450" cy="2082356"/>
        </p:xfrm>
        <a:graphic>
          <a:graphicData uri="http://schemas.openxmlformats.org/drawingml/2006/table">
            <a:tbl>
              <a:tblPr>
                <a:noFill/>
                <a:tableStyleId>{5E0F846F-12E8-4FDC-B06F-55AACB3E9BB3}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the concept of </a:t>
                      </a: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in a binary tree or BST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how to print all nodes appearing on the </a:t>
                      </a: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(outline)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of the tree.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boundary traversal using a combination of </a:t>
                      </a: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methods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time and space complexity and understand its </a:t>
                      </a:r>
                      <a:r>
                        <a:rPr lang="en-IN" sz="1800" b="1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real-world significance</a:t>
                      </a:r>
                      <a:r>
                        <a:rPr lang="en-IN" sz="18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in visualization and tree layout problems.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Given a Binary Search Tree (BST), print all the nodes that form its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in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anticlockwise 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, starting from the root node.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of a tree means printing all the nodes that appear on the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outer boundary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(visible from outside).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The boundary includes: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137160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Left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Nodes on the left edge (excluding leaves).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137160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Leaf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All leaf nodes (from left to right).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137160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Right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Nodes on the right edge (excluding leaves, printed in reverse).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This traversal forms the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“perimeter view”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of the tree — similar to tracing the tree outline clockwise.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Print Root Node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(if not null).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Print Left Boundary: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Traverse down the left side until reaching leaf nodes.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Print All Leaf Nodes: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Perform an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inorder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traversal to print every leaf node.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Print Right Boundary (Bottom to Top):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Traverse down the right side, collect nodes, and print them in reverse order.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Combine all results to form the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boundary traversal sequence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b="1" dirty="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543" y="2017105"/>
            <a:ext cx="4085463" cy="3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8992" y="1945465"/>
            <a:ext cx="4085462" cy="363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4063600" y="5875340"/>
            <a:ext cx="450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 </a:t>
            </a:r>
            <a:r>
              <a:rPr lang="en-IN" sz="2400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: [1, 2, 4, 8, 9, 6, 7, 3]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042900" y="1370440"/>
            <a:ext cx="1925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Input 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6959000" y="1370440"/>
            <a:ext cx="363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4503875" y="827813"/>
            <a:ext cx="54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Root → Left Boundary → Leaves → Right Boundary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4" name="Google Shape;13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690688"/>
            <a:ext cx="10463934" cy="4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038" y="650375"/>
            <a:ext cx="10221925" cy="55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53" name="Google Shape;15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63" y="2027338"/>
            <a:ext cx="88296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60" name="Google Shape;160;p13"/>
          <p:cNvGraphicFramePr/>
          <p:nvPr/>
        </p:nvGraphicFramePr>
        <p:xfrm>
          <a:off x="674450" y="2240500"/>
          <a:ext cx="10434000" cy="1902591"/>
        </p:xfrm>
        <a:graphic>
          <a:graphicData uri="http://schemas.openxmlformats.org/drawingml/2006/table">
            <a:tbl>
              <a:tblPr>
                <a:noFill/>
                <a:tableStyleId>{66F92E33-B563-47FB-BFF6-C48361C13894}</a:tableStyleId>
              </a:tblPr>
              <a:tblGrid>
                <a:gridCol w="177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is visited once; recursion depth = tree height (h).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6" name="Google Shape;166;p14"/>
          <p:cNvSpPr txBox="1">
            <a:spLocks noGrp="1"/>
          </p:cNvSpPr>
          <p:nvPr>
            <p:ph type="body" idx="1"/>
          </p:nvPr>
        </p:nvSpPr>
        <p:spPr>
          <a:xfrm>
            <a:off x="787000" y="2146200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helps extract the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outermost visible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combines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left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leaf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right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O(n), as all nodes are visited once.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Useful in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visual rendering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map boundaries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tree shape analysis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1. Boundary of Binary Tree — LeetCode #545</a:t>
            </a:r>
            <a:br>
              <a:rPr lang="en-IN" sz="2400" b="1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https://leetcode.com/problems/boundary-of-binary-tree/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400" b="1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Print the complete boundary of a binary tree in anticlockwise order starting from the root.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multiple traversal combinations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Helps in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decomposition of complex traversal logic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into manageable steps.</a:t>
            </a: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Widescreen</PresentationFormat>
  <Paragraphs>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Practical 14</vt:lpstr>
      <vt:lpstr>PowerPoint Presentation</vt:lpstr>
      <vt:lpstr>Problem Statement: </vt:lpstr>
      <vt:lpstr>Concept</vt:lpstr>
      <vt:lpstr>Algorithm/Logic</vt:lpstr>
      <vt:lpstr>Visualization</vt:lpstr>
      <vt:lpstr>Code Implementation</vt:lpstr>
      <vt:lpstr>PowerPoint Presentation</vt:lpstr>
      <vt:lpstr>Output :</vt:lpstr>
      <vt:lpstr>Time &amp; Space Complexity</vt:lpstr>
      <vt:lpstr>Summary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1</cp:revision>
  <dcterms:created xsi:type="dcterms:W3CDTF">2025-10-28T09:21:51Z</dcterms:created>
  <dcterms:modified xsi:type="dcterms:W3CDTF">2025-11-12T04:45:08Z</dcterms:modified>
</cp:coreProperties>
</file>