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78" r:id="rId10"/>
    <p:sldId id="274" r:id="rId11"/>
    <p:sldId id="264" r:id="rId12"/>
    <p:sldId id="265" r:id="rId13"/>
    <p:sldId id="266" r:id="rId14"/>
    <p:sldId id="276" r:id="rId15"/>
    <p:sldId id="277" r:id="rId16"/>
    <p:sldId id="275" r:id="rId17"/>
  </p:sldIdLst>
  <p:sldSz cx="12192000" cy="6858000"/>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sAaexhT4JOPsn3bFa/R8TAUkO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36DFD0-C7BE-4960-BD79-AE332C46B123}">
  <a:tblStyle styleId="{B936DFD0-C7BE-4960-BD79-AE332C46B12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Clr>
                <a:srgbClr val="000000"/>
              </a:buClr>
              <a:buSzPts val="1400"/>
              <a:buFont typeface="Times New Roman"/>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 name="Google Shape;96;p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156CDC57-374B-0EA9-A7E9-43C42D6E49E9}"/>
            </a:ext>
          </a:extLst>
        </p:cNvPr>
        <p:cNvGrpSpPr/>
        <p:nvPr/>
      </p:nvGrpSpPr>
      <p:grpSpPr>
        <a:xfrm>
          <a:off x="0" y="0"/>
          <a:ext cx="0" cy="0"/>
          <a:chOff x="0" y="0"/>
          <a:chExt cx="0" cy="0"/>
        </a:xfrm>
      </p:grpSpPr>
      <p:sp>
        <p:nvSpPr>
          <p:cNvPr id="140" name="Google Shape;140;p7:notes">
            <a:extLst>
              <a:ext uri="{FF2B5EF4-FFF2-40B4-BE49-F238E27FC236}">
                <a16:creationId xmlns:a16="http://schemas.microsoft.com/office/drawing/2014/main" id="{033595CC-6858-CD29-EB6E-4D28CF081B8A}"/>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 name="Google Shape;141;p7:notes">
            <a:extLst>
              <a:ext uri="{FF2B5EF4-FFF2-40B4-BE49-F238E27FC236}">
                <a16:creationId xmlns:a16="http://schemas.microsoft.com/office/drawing/2014/main" id="{5EA3CAA4-7126-6805-0F23-E00D43AE5957}"/>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9000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5" name="Google Shape;155;p9: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2" name="Google Shape;162;p10: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9" name="Google Shape;169;p1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060A6A90-B567-1183-DC84-B505AEDE81DB}"/>
            </a:ext>
          </a:extLst>
        </p:cNvPr>
        <p:cNvGrpSpPr/>
        <p:nvPr/>
      </p:nvGrpSpPr>
      <p:grpSpPr>
        <a:xfrm>
          <a:off x="0" y="0"/>
          <a:ext cx="0" cy="0"/>
          <a:chOff x="0" y="0"/>
          <a:chExt cx="0" cy="0"/>
        </a:xfrm>
      </p:grpSpPr>
      <p:sp>
        <p:nvSpPr>
          <p:cNvPr id="168" name="Google Shape;168;p11:notes">
            <a:extLst>
              <a:ext uri="{FF2B5EF4-FFF2-40B4-BE49-F238E27FC236}">
                <a16:creationId xmlns:a16="http://schemas.microsoft.com/office/drawing/2014/main" id="{54C38877-EF84-1B99-C43E-631E1375A705}"/>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9" name="Google Shape;169;p11:notes">
            <a:extLst>
              <a:ext uri="{FF2B5EF4-FFF2-40B4-BE49-F238E27FC236}">
                <a16:creationId xmlns:a16="http://schemas.microsoft.com/office/drawing/2014/main" id="{EEF272B6-54C4-8F4A-3C69-0E97D46DB86A}"/>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0807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E1983EF3-43E6-392C-F151-251153040795}"/>
            </a:ext>
          </a:extLst>
        </p:cNvPr>
        <p:cNvGrpSpPr/>
        <p:nvPr/>
      </p:nvGrpSpPr>
      <p:grpSpPr>
        <a:xfrm>
          <a:off x="0" y="0"/>
          <a:ext cx="0" cy="0"/>
          <a:chOff x="0" y="0"/>
          <a:chExt cx="0" cy="0"/>
        </a:xfrm>
      </p:grpSpPr>
      <p:sp>
        <p:nvSpPr>
          <p:cNvPr id="168" name="Google Shape;168;p11:notes">
            <a:extLst>
              <a:ext uri="{FF2B5EF4-FFF2-40B4-BE49-F238E27FC236}">
                <a16:creationId xmlns:a16="http://schemas.microsoft.com/office/drawing/2014/main" id="{36AE8919-EC3C-E4E5-6077-8D2E1A6D2706}"/>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9" name="Google Shape;169;p11:notes">
            <a:extLst>
              <a:ext uri="{FF2B5EF4-FFF2-40B4-BE49-F238E27FC236}">
                <a16:creationId xmlns:a16="http://schemas.microsoft.com/office/drawing/2014/main" id="{18C8C4F7-02C7-CEC0-4E75-B8AD5EDCA80C}"/>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0059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1" name="Google Shape;241;p20: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FFFFFF"/>
        </a:solidFill>
        <a:effectLst/>
      </p:bgPr>
    </p:bg>
    <p:spTree>
      <p:nvGrpSpPr>
        <p:cNvPr id="1" name="Shape 10"/>
        <p:cNvGrpSpPr/>
        <p:nvPr/>
      </p:nvGrpSpPr>
      <p:grpSpPr>
        <a:xfrm>
          <a:off x="0" y="0"/>
          <a:ext cx="0" cy="0"/>
          <a:chOff x="0" y="0"/>
          <a:chExt cx="0" cy="0"/>
        </a:xfrm>
      </p:grpSpPr>
      <p:sp>
        <p:nvSpPr>
          <p:cNvPr id="11" name="Google Shape;11;p22"/>
          <p:cNvSpPr txBox="1">
            <a:spLocks noGrp="1"/>
          </p:cNvSpPr>
          <p:nvPr>
            <p:ph type="title"/>
          </p:nvPr>
        </p:nvSpPr>
        <p:spPr>
          <a:xfrm>
            <a:off x="1523880" y="1122480"/>
            <a:ext cx="9143640" cy="23871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2" name="Google Shape;12;p2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3" name="Google Shape;13;p22"/>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 name="Google Shape;14;p22"/>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5" name="Google Shape;15;p22"/>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rgbClr val="FFFFFF"/>
        </a:solidFill>
        <a:effectLst/>
      </p:bgPr>
    </p:bg>
    <p:spTree>
      <p:nvGrpSpPr>
        <p:cNvPr id="1" name="Shape 16"/>
        <p:cNvGrpSpPr/>
        <p:nvPr/>
      </p:nvGrpSpPr>
      <p:grpSpPr>
        <a:xfrm>
          <a:off x="0" y="0"/>
          <a:ext cx="0" cy="0"/>
          <a:chOff x="0" y="0"/>
          <a:chExt cx="0" cy="0"/>
        </a:xfrm>
      </p:grpSpPr>
      <p:sp>
        <p:nvSpPr>
          <p:cNvPr id="17" name="Google Shape;17;p23"/>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8" name="Google Shape;18;p23"/>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19" name="Google Shape;19;p23"/>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0" name="Google Shape;20;p23"/>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1" name="Google Shape;21;p23"/>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solidFill>
          <a:srgbClr val="FFFFFF"/>
        </a:solidFill>
        <a:effectLst/>
      </p:bgPr>
    </p:bg>
    <p:spTree>
      <p:nvGrpSpPr>
        <p:cNvPr id="1" name="Shape 22"/>
        <p:cNvGrpSpPr/>
        <p:nvPr/>
      </p:nvGrpSpPr>
      <p:grpSpPr>
        <a:xfrm>
          <a:off x="0" y="0"/>
          <a:ext cx="0" cy="0"/>
          <a:chOff x="0" y="0"/>
          <a:chExt cx="0" cy="0"/>
        </a:xfrm>
      </p:grpSpPr>
      <p:sp>
        <p:nvSpPr>
          <p:cNvPr id="23" name="Google Shape;23;p27"/>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4" name="Google Shape;24;p27"/>
          <p:cNvSpPr txBox="1">
            <a:spLocks noGrp="1"/>
          </p:cNvSpPr>
          <p:nvPr>
            <p:ph type="body" idx="1"/>
          </p:nvPr>
        </p:nvSpPr>
        <p:spPr>
          <a:xfrm rot="5400000">
            <a:off x="3920220" y="-1256580"/>
            <a:ext cx="4350960" cy="105152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25" name="Google Shape;25;p27"/>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6" name="Google Shape;26;p27"/>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7" name="Google Shape;27;p27"/>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solidFill>
          <a:srgbClr val="FFFFFF"/>
        </a:solidFill>
        <a:effectLst/>
      </p:bgPr>
    </p:bg>
    <p:spTree>
      <p:nvGrpSpPr>
        <p:cNvPr id="1" name="Shape 28"/>
        <p:cNvGrpSpPr/>
        <p:nvPr/>
      </p:nvGrpSpPr>
      <p:grpSpPr>
        <a:xfrm>
          <a:off x="0" y="0"/>
          <a:ext cx="0" cy="0"/>
          <a:chOff x="0" y="0"/>
          <a:chExt cx="0" cy="0"/>
        </a:xfrm>
      </p:grpSpPr>
      <p:sp>
        <p:nvSpPr>
          <p:cNvPr id="29" name="Google Shape;29;p28"/>
          <p:cNvSpPr txBox="1">
            <a:spLocks noGrp="1"/>
          </p:cNvSpPr>
          <p:nvPr>
            <p:ph type="title"/>
          </p:nvPr>
        </p:nvSpPr>
        <p:spPr>
          <a:xfrm rot="5400000">
            <a:off x="7133580" y="1956420"/>
            <a:ext cx="5811480" cy="26287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0" name="Google Shape;30;p28"/>
          <p:cNvSpPr txBox="1">
            <a:spLocks noGrp="1"/>
          </p:cNvSpPr>
          <p:nvPr>
            <p:ph type="body" idx="1"/>
          </p:nvPr>
        </p:nvSpPr>
        <p:spPr>
          <a:xfrm rot="5400000">
            <a:off x="1799280" y="-596160"/>
            <a:ext cx="5811480" cy="773388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31" name="Google Shape;31;p28"/>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2" name="Google Shape;32;p28"/>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3" name="Google Shape;33;p28"/>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blank">
  <p:cSld name="BLANK">
    <p:bg>
      <p:bgPr>
        <a:solidFill>
          <a:srgbClr val="FFFFFF"/>
        </a:solidFill>
        <a:effectLst/>
      </p:bgPr>
    </p:bg>
    <p:spTree>
      <p:nvGrpSpPr>
        <p:cNvPr id="1" name="Shape 34"/>
        <p:cNvGrpSpPr/>
        <p:nvPr/>
      </p:nvGrpSpPr>
      <p:grpSpPr>
        <a:xfrm>
          <a:off x="0" y="0"/>
          <a:ext cx="0" cy="0"/>
          <a:chOff x="0" y="0"/>
          <a:chExt cx="0" cy="0"/>
        </a:xfrm>
      </p:grpSpPr>
      <p:sp>
        <p:nvSpPr>
          <p:cNvPr id="35" name="Google Shape;35;p29"/>
          <p:cNvSpPr txBox="1">
            <a:spLocks noGrp="1"/>
          </p:cNvSpPr>
          <p:nvPr>
            <p:ph type="title"/>
          </p:nvPr>
        </p:nvSpPr>
        <p:spPr>
          <a:xfrm>
            <a:off x="831960" y="1709640"/>
            <a:ext cx="10515240" cy="285228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6" name="Google Shape;36;p29"/>
          <p:cNvSpPr txBox="1">
            <a:spLocks noGrp="1"/>
          </p:cNvSpPr>
          <p:nvPr>
            <p:ph type="body" idx="1"/>
          </p:nvPr>
        </p:nvSpPr>
        <p:spPr>
          <a:xfrm>
            <a:off x="831960" y="4589640"/>
            <a:ext cx="10515240" cy="14997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37" name="Google Shape;37;p29"/>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8" name="Google Shape;38;p29"/>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9" name="Google Shape;39;p29"/>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rgbClr val="FFFFFF"/>
        </a:solidFill>
        <a:effectLst/>
      </p:bgPr>
    </p:bg>
    <p:spTree>
      <p:nvGrpSpPr>
        <p:cNvPr id="1" name="Shape 40"/>
        <p:cNvGrpSpPr/>
        <p:nvPr/>
      </p:nvGrpSpPr>
      <p:grpSpPr>
        <a:xfrm>
          <a:off x="0" y="0"/>
          <a:ext cx="0" cy="0"/>
          <a:chOff x="0" y="0"/>
          <a:chExt cx="0" cy="0"/>
        </a:xfrm>
      </p:grpSpPr>
      <p:sp>
        <p:nvSpPr>
          <p:cNvPr id="41" name="Google Shape;41;p30"/>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2" name="Google Shape;42;p30"/>
          <p:cNvSpPr txBox="1">
            <a:spLocks noGrp="1"/>
          </p:cNvSpPr>
          <p:nvPr>
            <p:ph type="body" idx="1"/>
          </p:nvPr>
        </p:nvSpPr>
        <p:spPr>
          <a:xfrm>
            <a:off x="838080" y="1825560"/>
            <a:ext cx="5181120" cy="43509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43" name="Google Shape;43;p30"/>
          <p:cNvSpPr txBox="1">
            <a:spLocks noGrp="1"/>
          </p:cNvSpPr>
          <p:nvPr>
            <p:ph type="body" idx="2"/>
          </p:nvPr>
        </p:nvSpPr>
        <p:spPr>
          <a:xfrm>
            <a:off x="6172200" y="1825560"/>
            <a:ext cx="5181120" cy="43509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44" name="Google Shape;44;p30"/>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5" name="Google Shape;45;p30"/>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6" name="Google Shape;46;p30"/>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rgbClr val="FFFFFF"/>
        </a:solidFill>
        <a:effectLst/>
      </p:bgPr>
    </p:bg>
    <p:spTree>
      <p:nvGrpSpPr>
        <p:cNvPr id="1" name="Shape 47"/>
        <p:cNvGrpSpPr/>
        <p:nvPr/>
      </p:nvGrpSpPr>
      <p:grpSpPr>
        <a:xfrm>
          <a:off x="0" y="0"/>
          <a:ext cx="0" cy="0"/>
          <a:chOff x="0" y="0"/>
          <a:chExt cx="0" cy="0"/>
        </a:xfrm>
      </p:grpSpPr>
      <p:sp>
        <p:nvSpPr>
          <p:cNvPr id="48" name="Google Shape;48;p31"/>
          <p:cNvSpPr txBox="1">
            <a:spLocks noGrp="1"/>
          </p:cNvSpPr>
          <p:nvPr>
            <p:ph type="title"/>
          </p:nvPr>
        </p:nvSpPr>
        <p:spPr>
          <a:xfrm>
            <a:off x="839880" y="365040"/>
            <a:ext cx="10515240" cy="132516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9" name="Google Shape;49;p31"/>
          <p:cNvSpPr txBox="1">
            <a:spLocks noGrp="1"/>
          </p:cNvSpPr>
          <p:nvPr>
            <p:ph type="body" idx="1"/>
          </p:nvPr>
        </p:nvSpPr>
        <p:spPr>
          <a:xfrm>
            <a:off x="839880" y="1681200"/>
            <a:ext cx="5157360" cy="823680"/>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0" name="Google Shape;50;p31"/>
          <p:cNvSpPr txBox="1">
            <a:spLocks noGrp="1"/>
          </p:cNvSpPr>
          <p:nvPr>
            <p:ph type="body" idx="2"/>
          </p:nvPr>
        </p:nvSpPr>
        <p:spPr>
          <a:xfrm>
            <a:off x="839880" y="2505240"/>
            <a:ext cx="5157360" cy="36842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1" name="Google Shape;51;p31"/>
          <p:cNvSpPr txBox="1">
            <a:spLocks noGrp="1"/>
          </p:cNvSpPr>
          <p:nvPr>
            <p:ph type="body" idx="3"/>
          </p:nvPr>
        </p:nvSpPr>
        <p:spPr>
          <a:xfrm>
            <a:off x="6172200" y="1681200"/>
            <a:ext cx="5182920" cy="823680"/>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2" name="Google Shape;52;p31"/>
          <p:cNvSpPr txBox="1">
            <a:spLocks noGrp="1"/>
          </p:cNvSpPr>
          <p:nvPr>
            <p:ph type="body" idx="4"/>
          </p:nvPr>
        </p:nvSpPr>
        <p:spPr>
          <a:xfrm>
            <a:off x="6172200" y="2505240"/>
            <a:ext cx="5182920" cy="36842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3" name="Google Shape;53;p31"/>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4" name="Google Shape;54;p31"/>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5" name="Google Shape;55;p31"/>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FFFFFF"/>
        </a:solidFill>
        <a:effectLst/>
      </p:bgPr>
    </p:bg>
    <p:spTree>
      <p:nvGrpSpPr>
        <p:cNvPr id="1" name="Shape 56"/>
        <p:cNvGrpSpPr/>
        <p:nvPr/>
      </p:nvGrpSpPr>
      <p:grpSpPr>
        <a:xfrm>
          <a:off x="0" y="0"/>
          <a:ext cx="0" cy="0"/>
          <a:chOff x="0" y="0"/>
          <a:chExt cx="0" cy="0"/>
        </a:xfrm>
      </p:grpSpPr>
      <p:sp>
        <p:nvSpPr>
          <p:cNvPr id="57" name="Google Shape;57;p32"/>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8" name="Google Shape;58;p3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9" name="Google Shape;59;p32"/>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0" name="Google Shape;60;p32"/>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61"/>
        <p:cNvGrpSpPr/>
        <p:nvPr/>
      </p:nvGrpSpPr>
      <p:grpSpPr>
        <a:xfrm>
          <a:off x="0" y="0"/>
          <a:ext cx="0" cy="0"/>
          <a:chOff x="0" y="0"/>
          <a:chExt cx="0" cy="0"/>
        </a:xfrm>
      </p:grpSpPr>
      <p:sp>
        <p:nvSpPr>
          <p:cNvPr id="62" name="Google Shape;62;p33"/>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3" name="Google Shape;63;p33"/>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4" name="Google Shape;64;p33"/>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839880" y="457200"/>
            <a:ext cx="3931920" cy="159984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7" name="Google Shape;67;p34"/>
          <p:cNvSpPr txBox="1">
            <a:spLocks noGrp="1"/>
          </p:cNvSpPr>
          <p:nvPr>
            <p:ph type="body" idx="1"/>
          </p:nvPr>
        </p:nvSpPr>
        <p:spPr>
          <a:xfrm>
            <a:off x="5183280" y="987480"/>
            <a:ext cx="6171840" cy="48733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68" name="Google Shape;68;p34"/>
          <p:cNvSpPr txBox="1">
            <a:spLocks noGrp="1"/>
          </p:cNvSpPr>
          <p:nvPr>
            <p:ph type="body" idx="2"/>
          </p:nvPr>
        </p:nvSpPr>
        <p:spPr>
          <a:xfrm>
            <a:off x="839880" y="2057400"/>
            <a:ext cx="3931920" cy="38113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69" name="Google Shape;69;p34"/>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0" name="Google Shape;70;p34"/>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1" name="Google Shape;71;p34"/>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rgbClr val="FFFFFF"/>
        </a:solidFill>
        <a:effectLst/>
      </p:bgPr>
    </p:bg>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9880" y="457200"/>
            <a:ext cx="3931920" cy="159984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4" name="Google Shape;74;p35"/>
          <p:cNvSpPr txBox="1">
            <a:spLocks noGrp="1"/>
          </p:cNvSpPr>
          <p:nvPr>
            <p:ph type="body" idx="1"/>
          </p:nvPr>
        </p:nvSpPr>
        <p:spPr>
          <a:xfrm>
            <a:off x="5183280" y="987480"/>
            <a:ext cx="6171840" cy="4873320"/>
          </a:xfrm>
          <a:prstGeom prst="rect">
            <a:avLst/>
          </a:prstGeom>
          <a:noFill/>
          <a:ln>
            <a:noFill/>
          </a:ln>
        </p:spPr>
        <p:txBody>
          <a:bodyPr spcFirstLastPara="1" wrap="square" lIns="90000" tIns="45000" rIns="90000" bIns="450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5" name="Google Shape;75;p35"/>
          <p:cNvSpPr txBox="1">
            <a:spLocks noGrp="1"/>
          </p:cNvSpPr>
          <p:nvPr>
            <p:ph type="body" idx="2"/>
          </p:nvPr>
        </p:nvSpPr>
        <p:spPr>
          <a:xfrm>
            <a:off x="839880" y="2057400"/>
            <a:ext cx="3931920" cy="38113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6" name="Google Shape;76;p35"/>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u="none" strike="noStrik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7" name="Google Shape;77;p35"/>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8" name="Google Shape;78;p35"/>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u="none"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BJECT" type="obj">
  <p:cSld name="OBJECT">
    <p:bg>
      <p:bgPr>
        <a:solidFill>
          <a:schemeClr val="lt1"/>
        </a:solidFill>
        <a:effectLst/>
      </p:bgPr>
    </p:bg>
    <p:spTree>
      <p:nvGrpSpPr>
        <p:cNvPr id="1" name="Shape 80"/>
        <p:cNvGrpSpPr/>
        <p:nvPr/>
      </p:nvGrpSpPr>
      <p:grpSpPr>
        <a:xfrm>
          <a:off x="0" y="0"/>
          <a:ext cx="0" cy="0"/>
          <a:chOff x="0" y="0"/>
          <a:chExt cx="0" cy="0"/>
        </a:xfrm>
      </p:grpSpPr>
      <p:pic>
        <p:nvPicPr>
          <p:cNvPr id="81" name="Google Shape;81;p25"/>
          <p:cNvPicPr preferRelativeResize="0"/>
          <p:nvPr/>
        </p:nvPicPr>
        <p:blipFill rotWithShape="1">
          <a:blip r:embed="rId2">
            <a:alphaModFix/>
          </a:blip>
          <a:srcRect/>
          <a:stretch/>
        </p:blipFill>
        <p:spPr>
          <a:xfrm>
            <a:off x="10852920" y="-244440"/>
            <a:ext cx="1337400" cy="1337400"/>
          </a:xfrm>
          <a:prstGeom prst="rect">
            <a:avLst/>
          </a:prstGeom>
          <a:noFill/>
          <a:ln>
            <a:noFill/>
          </a:ln>
        </p:spPr>
      </p:pic>
      <p:sp>
        <p:nvSpPr>
          <p:cNvPr id="82" name="Google Shape;82;p25"/>
          <p:cNvSpPr txBox="1">
            <a:spLocks noGrp="1"/>
          </p:cNvSpPr>
          <p:nvPr>
            <p:ph type="title"/>
          </p:nvPr>
        </p:nvSpPr>
        <p:spPr>
          <a:xfrm>
            <a:off x="838080" y="365040"/>
            <a:ext cx="10513800" cy="132372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3" name="Google Shape;83;p25"/>
          <p:cNvSpPr txBox="1">
            <a:spLocks noGrp="1"/>
          </p:cNvSpPr>
          <p:nvPr>
            <p:ph type="body" idx="1"/>
          </p:nvPr>
        </p:nvSpPr>
        <p:spPr>
          <a:xfrm>
            <a:off x="838080" y="1825560"/>
            <a:ext cx="10513800" cy="434952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84" name="Google Shape;84;p25"/>
          <p:cNvSpPr txBox="1">
            <a:spLocks noGrp="1"/>
          </p:cNvSpPr>
          <p:nvPr>
            <p:ph type="dt" idx="10"/>
          </p:nvPr>
        </p:nvSpPr>
        <p:spPr>
          <a:xfrm>
            <a:off x="838080" y="6356520"/>
            <a:ext cx="2741400" cy="363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5" name="Google Shape;85;p25"/>
          <p:cNvSpPr txBox="1">
            <a:spLocks noGrp="1"/>
          </p:cNvSpPr>
          <p:nvPr>
            <p:ph type="ftr" idx="11"/>
          </p:nvPr>
        </p:nvSpPr>
        <p:spPr>
          <a:xfrm>
            <a:off x="4038480" y="6356520"/>
            <a:ext cx="4113000" cy="36324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Times New Roman"/>
              <a:buNone/>
              <a:defRPr sz="1400" b="0" u="none" strike="noStrik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6" name="Google Shape;86;p25"/>
          <p:cNvSpPr txBox="1">
            <a:spLocks noGrp="1"/>
          </p:cNvSpPr>
          <p:nvPr>
            <p:ph type="sldNum" idx="12"/>
          </p:nvPr>
        </p:nvSpPr>
        <p:spPr>
          <a:xfrm>
            <a:off x="8610480" y="6356520"/>
            <a:ext cx="2741400" cy="36324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1pPr>
            <a:lvl2pPr marL="0" marR="0" lvl="1"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2pPr>
            <a:lvl3pPr marL="0" marR="0" lvl="2"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3pPr>
            <a:lvl4pPr marL="0" marR="0" lvl="3"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4pPr>
            <a:lvl5pPr marL="0" marR="0" lvl="4"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5pPr>
            <a:lvl6pPr marL="0" marR="0" lvl="5"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6pPr>
            <a:lvl7pPr marL="0" marR="0" lvl="6"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7pPr>
            <a:lvl8pPr marL="0" marR="0" lvl="7"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8pPr>
            <a:lvl9pPr marL="0" marR="0" lvl="8" indent="0" algn="l" rtl="0">
              <a:lnSpc>
                <a:spcPct val="100000"/>
              </a:lnSpc>
              <a:spcBef>
                <a:spcPts val="0"/>
              </a:spcBef>
              <a:buClr>
                <a:schemeClr val="dk1"/>
              </a:buClr>
              <a:buSzPts val="1800"/>
              <a:buFont typeface="Cambria"/>
              <a:buNone/>
              <a:defRPr sz="1800" b="0" u="none" strike="noStrike">
                <a:solidFill>
                  <a:schemeClr val="dk1"/>
                </a:solidFill>
                <a:latin typeface="Cambria"/>
                <a:ea typeface="Cambria"/>
                <a:cs typeface="Cambria"/>
                <a:sym typeface="Cambria"/>
              </a:defRPr>
            </a:lvl9pPr>
          </a:lstStyle>
          <a:p>
            <a:pPr marL="0" lvl="0" indent="0" algn="l" rtl="0">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7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etcode.com/problems/reverse-linked-list/description/"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523880" y="1758600"/>
            <a:ext cx="9143640" cy="238716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7000"/>
              <a:buFont typeface="Cambria"/>
              <a:buNone/>
            </a:pPr>
            <a:r>
              <a:rPr lang="en-IN" sz="7000" b="0" u="none" strike="noStrike">
                <a:solidFill>
                  <a:schemeClr val="dk1"/>
                </a:solidFill>
                <a:latin typeface="Cambria"/>
                <a:ea typeface="Cambria"/>
                <a:cs typeface="Cambria"/>
                <a:sym typeface="Cambria"/>
              </a:rPr>
              <a:t>Practical 8</a:t>
            </a:r>
            <a:endParaRPr sz="7000" b="0" u="none" strike="noStrike" dirty="0">
              <a:solidFill>
                <a:schemeClr val="dk1"/>
              </a:solidFill>
              <a:latin typeface="Calibri"/>
              <a:ea typeface="Calibri"/>
              <a:cs typeface="Calibri"/>
              <a:sym typeface="Calibri"/>
            </a:endParaRPr>
          </a:p>
        </p:txBody>
      </p:sp>
      <p:sp>
        <p:nvSpPr>
          <p:cNvPr id="99" name="Google Shape;99;p1"/>
          <p:cNvSpPr txBox="1">
            <a:spLocks noGrp="1"/>
          </p:cNvSpPr>
          <p:nvPr>
            <p:ph type="subTitle" idx="1"/>
          </p:nvPr>
        </p:nvSpPr>
        <p:spPr>
          <a:xfrm>
            <a:off x="1523880" y="4198320"/>
            <a:ext cx="9143640" cy="165528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400"/>
              <a:buFont typeface="Cambria"/>
              <a:buNone/>
            </a:pPr>
            <a:r>
              <a:rPr lang="en-IN" sz="2400" b="0" i="0" u="none" strike="noStrike" cap="none" dirty="0">
                <a:solidFill>
                  <a:schemeClr val="dk1"/>
                </a:solidFill>
                <a:latin typeface="Cambria"/>
                <a:ea typeface="Cambria"/>
                <a:cs typeface="Cambria"/>
                <a:sym typeface="Cambria"/>
              </a:rPr>
              <a:t>Find Merge Point (Intersection) of Two Sorted Linked Lists </a:t>
            </a:r>
            <a:endParaRPr sz="2400" b="0" i="0" u="none" strike="noStrike" cap="none" dirty="0">
              <a:solidFill>
                <a:srgbClr val="000000"/>
              </a:solidFill>
              <a:latin typeface="Arial"/>
              <a:ea typeface="Arial"/>
              <a:cs typeface="Arial"/>
              <a:sym typeface="Arial"/>
            </a:endParaRPr>
          </a:p>
          <a:p>
            <a:pPr marL="0" marR="0" lvl="0" indent="0" algn="ctr" rtl="0">
              <a:lnSpc>
                <a:spcPct val="90000"/>
              </a:lnSpc>
              <a:spcBef>
                <a:spcPts val="1993"/>
              </a:spcBef>
              <a:spcAft>
                <a:spcPts val="0"/>
              </a:spcAft>
              <a:buSzPts val="2400"/>
              <a:buFont typeface="Arial"/>
              <a:buNone/>
            </a:pPr>
            <a:endParaRPr sz="2400" b="0" i="0" u="none" strike="noStrike" cap="none" dirty="0">
              <a:solidFill>
                <a:srgbClr val="000000"/>
              </a:solidFill>
              <a:latin typeface="Arial"/>
              <a:ea typeface="Arial"/>
              <a:cs typeface="Arial"/>
              <a:sym typeface="Arial"/>
            </a:endParaRPr>
          </a:p>
        </p:txBody>
      </p:sp>
      <p:sp>
        <p:nvSpPr>
          <p:cNvPr id="100" name="Google Shape;100;p1"/>
          <p:cNvSpPr/>
          <p:nvPr/>
        </p:nvSpPr>
        <p:spPr>
          <a:xfrm>
            <a:off x="3070800" y="1514520"/>
            <a:ext cx="6050160" cy="1517400"/>
          </a:xfrm>
          <a:custGeom>
            <a:avLst/>
            <a:gdLst/>
            <a:ahLst/>
            <a:cxnLst/>
            <a:rect l="l" t="t" r="r" b="b"/>
            <a:pathLst>
              <a:path w="6050518" h="1517789" extrusionOk="0">
                <a:moveTo>
                  <a:pt x="0" y="0"/>
                </a:moveTo>
                <a:lnTo>
                  <a:pt x="6050518" y="0"/>
                </a:lnTo>
                <a:lnTo>
                  <a:pt x="6050518" y="1517788"/>
                </a:lnTo>
                <a:lnTo>
                  <a:pt x="0" y="1517788"/>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aphicFrame>
        <p:nvGraphicFramePr>
          <p:cNvPr id="105" name="Google Shape;105;p2"/>
          <p:cNvGraphicFramePr/>
          <p:nvPr/>
        </p:nvGraphicFramePr>
        <p:xfrm>
          <a:off x="3309480" y="1265760"/>
          <a:ext cx="5342750" cy="457210"/>
        </p:xfrm>
        <a:graphic>
          <a:graphicData uri="http://schemas.openxmlformats.org/drawingml/2006/table">
            <a:tbl>
              <a:tblPr>
                <a:noFill/>
                <a:tableStyleId>{B936DFD0-C7BE-4960-BD79-AE332C46B123}</a:tableStyleId>
              </a:tblPr>
              <a:tblGrid>
                <a:gridCol w="5342750">
                  <a:extLst>
                    <a:ext uri="{9D8B030D-6E8A-4147-A177-3AD203B41FA5}">
                      <a16:colId xmlns:a16="http://schemas.microsoft.com/office/drawing/2014/main" val="20000"/>
                    </a:ext>
                  </a:extLst>
                </a:gridCol>
              </a:tblGrid>
              <a:tr h="357850">
                <a:tc>
                  <a:txBody>
                    <a:bodyPr/>
                    <a:lstStyle/>
                    <a:p>
                      <a:pPr marL="0" marR="0" lvl="0" indent="0" algn="ctr" rtl="0">
                        <a:lnSpc>
                          <a:spcPct val="100000"/>
                        </a:lnSpc>
                        <a:spcBef>
                          <a:spcPts val="0"/>
                        </a:spcBef>
                        <a:spcAft>
                          <a:spcPts val="0"/>
                        </a:spcAft>
                        <a:buNone/>
                      </a:pPr>
                      <a:r>
                        <a:rPr lang="en-IN" sz="2400" b="1" u="none" strike="noStrike" cap="none">
                          <a:solidFill>
                            <a:srgbClr val="000000"/>
                          </a:solidFill>
                          <a:latin typeface="Cambria"/>
                          <a:ea typeface="Cambria"/>
                          <a:cs typeface="Cambria"/>
                          <a:sym typeface="Cambria"/>
                        </a:rPr>
                        <a:t>Lesson Plan</a:t>
                      </a:r>
                      <a:endParaRPr sz="24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06" name="Google Shape;106;p2"/>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graphicFrame>
        <p:nvGraphicFramePr>
          <p:cNvPr id="107" name="Google Shape;107;p2"/>
          <p:cNvGraphicFramePr/>
          <p:nvPr/>
        </p:nvGraphicFramePr>
        <p:xfrm>
          <a:off x="1461240" y="2746440"/>
          <a:ext cx="9059025" cy="731540"/>
        </p:xfrm>
        <a:graphic>
          <a:graphicData uri="http://schemas.openxmlformats.org/drawingml/2006/table">
            <a:tbl>
              <a:tblPr>
                <a:noFill/>
                <a:tableStyleId>{B936DFD0-C7BE-4960-BD79-AE332C46B123}</a:tableStyleId>
              </a:tblPr>
              <a:tblGrid>
                <a:gridCol w="2864875">
                  <a:extLst>
                    <a:ext uri="{9D8B030D-6E8A-4147-A177-3AD203B41FA5}">
                      <a16:colId xmlns:a16="http://schemas.microsoft.com/office/drawing/2014/main" val="20000"/>
                    </a:ext>
                  </a:extLst>
                </a:gridCol>
                <a:gridCol w="6194150">
                  <a:extLst>
                    <a:ext uri="{9D8B030D-6E8A-4147-A177-3AD203B41FA5}">
                      <a16:colId xmlns:a16="http://schemas.microsoft.com/office/drawing/2014/main" val="20001"/>
                    </a:ext>
                  </a:extLst>
                </a:gridCol>
              </a:tblGrid>
              <a:tr h="159850">
                <a:tc>
                  <a:txBody>
                    <a:bodyPr/>
                    <a:lstStyle/>
                    <a:p>
                      <a:pPr marL="0" marR="0" lvl="0" indent="0" algn="ctr" rtl="0">
                        <a:lnSpc>
                          <a:spcPct val="100000"/>
                        </a:lnSpc>
                        <a:spcBef>
                          <a:spcPts val="0"/>
                        </a:spcBef>
                        <a:spcAft>
                          <a:spcPts val="0"/>
                        </a:spcAft>
                        <a:buNone/>
                      </a:pPr>
                      <a:r>
                        <a:rPr lang="en-IN" sz="1800" b="1" u="none" strike="noStrike" cap="none">
                          <a:solidFill>
                            <a:srgbClr val="000000"/>
                          </a:solidFill>
                          <a:latin typeface="Cambria"/>
                          <a:ea typeface="Cambria"/>
                          <a:cs typeface="Cambria"/>
                          <a:sym typeface="Cambria"/>
                        </a:rPr>
                        <a:t>Subject/Course</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en-IN" sz="1800" b="1" u="none" strike="noStrike" cap="none">
                          <a:solidFill>
                            <a:srgbClr val="0070C0"/>
                          </a:solidFill>
                          <a:latin typeface="Cambria"/>
                          <a:ea typeface="Cambria"/>
                          <a:cs typeface="Cambria"/>
                          <a:sym typeface="Cambria"/>
                        </a:rPr>
                        <a:t>Competitive Coding</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59850">
                <a:tc>
                  <a:txBody>
                    <a:bodyPr/>
                    <a:lstStyle/>
                    <a:p>
                      <a:pPr marL="0" marR="0" lvl="0" indent="0" algn="ctr" rtl="0">
                        <a:lnSpc>
                          <a:spcPct val="100000"/>
                        </a:lnSpc>
                        <a:spcBef>
                          <a:spcPts val="0"/>
                        </a:spcBef>
                        <a:spcAft>
                          <a:spcPts val="0"/>
                        </a:spcAft>
                        <a:buNone/>
                      </a:pPr>
                      <a:r>
                        <a:rPr lang="en-IN" sz="1800" b="1" u="none" strike="noStrike" cap="none">
                          <a:solidFill>
                            <a:srgbClr val="000000"/>
                          </a:solidFill>
                          <a:latin typeface="Cambria"/>
                          <a:ea typeface="Cambria"/>
                          <a:cs typeface="Cambria"/>
                          <a:sym typeface="Cambria"/>
                        </a:rPr>
                        <a:t>Lesson Title</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en-IN" sz="1800" b="1" u="none" strike="noStrike" cap="none">
                          <a:solidFill>
                            <a:srgbClr val="0070C0"/>
                          </a:solidFill>
                          <a:latin typeface="Cambria"/>
                          <a:ea typeface="Cambria"/>
                          <a:cs typeface="Cambria"/>
                          <a:sym typeface="Cambria"/>
                        </a:rPr>
                        <a:t>Find Merge Point of Two Sorted Linked Lists </a:t>
                      </a:r>
                      <a:endParaRPr sz="1800" b="1" u="none" strike="noStrike" cap="none">
                        <a:solidFill>
                          <a:srgbClr val="0070C0"/>
                        </a:solidFill>
                        <a:latin typeface="Cambria"/>
                        <a:ea typeface="Cambria"/>
                        <a:cs typeface="Cambria"/>
                        <a:sym typeface="Cambria"/>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108" name="Google Shape;108;p2"/>
          <p:cNvGraphicFramePr/>
          <p:nvPr/>
        </p:nvGraphicFramePr>
        <p:xfrm>
          <a:off x="1470960" y="3595320"/>
          <a:ext cx="9039250" cy="1828850"/>
        </p:xfrm>
        <a:graphic>
          <a:graphicData uri="http://schemas.openxmlformats.org/drawingml/2006/table">
            <a:tbl>
              <a:tblPr>
                <a:noFill/>
                <a:tableStyleId>{B936DFD0-C7BE-4960-BD79-AE332C46B123}</a:tableStyleId>
              </a:tblPr>
              <a:tblGrid>
                <a:gridCol w="9039250">
                  <a:extLst>
                    <a:ext uri="{9D8B030D-6E8A-4147-A177-3AD203B41FA5}">
                      <a16:colId xmlns:a16="http://schemas.microsoft.com/office/drawing/2014/main" val="20000"/>
                    </a:ext>
                  </a:extLst>
                </a:gridCol>
              </a:tblGrid>
              <a:tr h="205550">
                <a:tc>
                  <a:txBody>
                    <a:bodyPr/>
                    <a:lstStyle/>
                    <a:p>
                      <a:pPr marL="0" marR="0" lvl="0" indent="0" algn="ctr" rtl="0">
                        <a:lnSpc>
                          <a:spcPct val="100000"/>
                        </a:lnSpc>
                        <a:spcBef>
                          <a:spcPts val="0"/>
                        </a:spcBef>
                        <a:spcAft>
                          <a:spcPts val="0"/>
                        </a:spcAft>
                        <a:buNone/>
                      </a:pPr>
                      <a:r>
                        <a:rPr lang="en-IN" sz="1800" b="1" u="none" strike="noStrike" cap="none">
                          <a:solidFill>
                            <a:srgbClr val="C00000"/>
                          </a:solidFill>
                          <a:latin typeface="Cambria"/>
                          <a:ea typeface="Cambria"/>
                          <a:cs typeface="Cambria"/>
                          <a:sym typeface="Cambria"/>
                        </a:rPr>
                        <a:t>Lesson Objectives</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05550">
                <a:tc>
                  <a:txBody>
                    <a:bodyPr/>
                    <a:lstStyle/>
                    <a:p>
                      <a:pPr marL="0" marR="0" lvl="0" indent="0" algn="l" rtl="0">
                        <a:lnSpc>
                          <a:spcPct val="100000"/>
                        </a:lnSpc>
                        <a:spcBef>
                          <a:spcPts val="0"/>
                        </a:spcBef>
                        <a:spcAft>
                          <a:spcPts val="0"/>
                        </a:spcAft>
                        <a:buNone/>
                      </a:pPr>
                      <a:r>
                        <a:rPr lang="en-IN" sz="1800" b="0" u="none" strike="noStrike" cap="none">
                          <a:solidFill>
                            <a:schemeClr val="dk1"/>
                          </a:solidFill>
                          <a:latin typeface="Cambria"/>
                          <a:ea typeface="Cambria"/>
                          <a:cs typeface="Cambria"/>
                          <a:sym typeface="Cambria"/>
                        </a:rPr>
                        <a:t>Find Merge Point (Intersection) of Two Sorted Linked Lists </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05550">
                <a:tc>
                  <a:txBody>
                    <a:bodyPr/>
                    <a:lstStyle/>
                    <a:p>
                      <a:pPr marL="0" marR="0" lvl="0" indent="0" algn="l" rtl="0">
                        <a:lnSpc>
                          <a:spcPct val="100000"/>
                        </a:lnSpc>
                        <a:spcBef>
                          <a:spcPts val="0"/>
                        </a:spcBef>
                        <a:spcAft>
                          <a:spcPts val="0"/>
                        </a:spcAft>
                        <a:buNone/>
                      </a:pPr>
                      <a:r>
                        <a:rPr lang="en-IN" sz="1800" b="0" u="none" strike="noStrike" cap="none">
                          <a:solidFill>
                            <a:srgbClr val="000000"/>
                          </a:solidFill>
                          <a:latin typeface="Cambria"/>
                          <a:ea typeface="Cambria"/>
                          <a:cs typeface="Cambria"/>
                          <a:sym typeface="Cambria"/>
                        </a:rPr>
                        <a:t>Detect whether two singly linked lists intersect (share nodes).</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20050">
                <a:tc>
                  <a:txBody>
                    <a:bodyPr/>
                    <a:lstStyle/>
                    <a:p>
                      <a:pPr marL="0" marR="0" lvl="0" indent="0" algn="l" rtl="0">
                        <a:lnSpc>
                          <a:spcPct val="100000"/>
                        </a:lnSpc>
                        <a:spcBef>
                          <a:spcPts val="0"/>
                        </a:spcBef>
                        <a:spcAft>
                          <a:spcPts val="0"/>
                        </a:spcAft>
                        <a:buNone/>
                      </a:pPr>
                      <a:r>
                        <a:rPr lang="en-IN" sz="1800" b="0" u="none" strike="noStrike" cap="none">
                          <a:solidFill>
                            <a:schemeClr val="dk1"/>
                          </a:solidFill>
                          <a:latin typeface="Cambria"/>
                          <a:ea typeface="Cambria"/>
                          <a:cs typeface="Cambria"/>
                          <a:sym typeface="Cambria"/>
                        </a:rPr>
                        <a:t>Achieve O(m + n) time and O(1) extra space.</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20050">
                <a:tc>
                  <a:txBody>
                    <a:bodyPr/>
                    <a:lstStyle/>
                    <a:p>
                      <a:pPr marL="0" marR="0" lvl="0" indent="0" algn="l" rtl="0">
                        <a:lnSpc>
                          <a:spcPct val="100000"/>
                        </a:lnSpc>
                        <a:spcBef>
                          <a:spcPts val="0"/>
                        </a:spcBef>
                        <a:spcAft>
                          <a:spcPts val="0"/>
                        </a:spcAft>
                        <a:buNone/>
                      </a:pPr>
                      <a:r>
                        <a:rPr lang="en-IN" sz="1800" b="0" u="none" strike="noStrike" cap="none">
                          <a:solidFill>
                            <a:schemeClr val="dk1"/>
                          </a:solidFill>
                          <a:latin typeface="Cambria"/>
                          <a:ea typeface="Cambria"/>
                          <a:cs typeface="Cambria"/>
                          <a:sym typeface="Cambria"/>
                        </a:rPr>
                        <a:t>When lists intersect they share the same tail from the merge point onward.</a:t>
                      </a:r>
                      <a:endParaRPr sz="1800" b="0" u="none" strike="noStrike" cap="none">
                        <a:solidFill>
                          <a:srgbClr val="000000"/>
                        </a:solidFill>
                        <a:latin typeface="Arial"/>
                        <a:ea typeface="Arial"/>
                        <a:cs typeface="Arial"/>
                        <a:sym typeface="Arial"/>
                      </a:endParaRPr>
                    </a:p>
                  </a:txBody>
                  <a:tcPr marL="75950" marR="759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109" name="Google Shape;109;p2"/>
          <p:cNvSpPr/>
          <p:nvPr/>
        </p:nvSpPr>
        <p:spPr>
          <a:xfrm>
            <a:off x="3231000" y="4523400"/>
            <a:ext cx="12191760" cy="45684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800" b="0" u="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000"/>
              <a:buFont typeface="Cambria"/>
              <a:buNone/>
            </a:pPr>
            <a:r>
              <a:rPr lang="en-IN" sz="4000" b="1" u="none" strike="noStrike">
                <a:solidFill>
                  <a:srgbClr val="000000"/>
                </a:solidFill>
                <a:latin typeface="Cambria"/>
                <a:ea typeface="Cambria"/>
                <a:cs typeface="Cambria"/>
                <a:sym typeface="Cambria"/>
              </a:rPr>
              <a:t>Problem Statement: </a:t>
            </a:r>
            <a:endParaRPr sz="4000" b="0" u="none" strike="noStrike">
              <a:solidFill>
                <a:schemeClr val="dk1"/>
              </a:solidFill>
              <a:latin typeface="Calibri"/>
              <a:ea typeface="Calibri"/>
              <a:cs typeface="Calibri"/>
              <a:sym typeface="Calibri"/>
            </a:endParaRPr>
          </a:p>
        </p:txBody>
      </p:sp>
      <p:sp>
        <p:nvSpPr>
          <p:cNvPr id="115" name="Google Shape;115;p3"/>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Cambria"/>
              <a:buNone/>
            </a:pPr>
            <a:r>
              <a:rPr lang="en-IN" sz="2400" b="0" i="0" u="none" strike="noStrike" cap="none">
                <a:solidFill>
                  <a:schemeClr val="dk1"/>
                </a:solidFill>
                <a:latin typeface="Cambria"/>
                <a:ea typeface="Cambria"/>
                <a:cs typeface="Cambria"/>
                <a:sym typeface="Cambria"/>
              </a:rPr>
              <a:t>Write a program to find the Merge point of two sorted linked lists.</a:t>
            </a:r>
            <a:endParaRPr sz="2400" b="0" i="0" u="none" strike="noStrike" cap="none">
              <a:solidFill>
                <a:schemeClr val="dk1"/>
              </a:solidFill>
              <a:latin typeface="Calibri"/>
              <a:ea typeface="Calibri"/>
              <a:cs typeface="Calibri"/>
              <a:sym typeface="Calibri"/>
            </a:endParaRPr>
          </a:p>
          <a:p>
            <a:pPr marL="0" marR="0" lvl="0" indent="0" algn="just" rtl="0">
              <a:lnSpc>
                <a:spcPct val="90000"/>
              </a:lnSpc>
              <a:spcBef>
                <a:spcPts val="1001"/>
              </a:spcBef>
              <a:spcAft>
                <a:spcPts val="0"/>
              </a:spcAft>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90000"/>
              </a:lnSpc>
              <a:spcBef>
                <a:spcPts val="1001"/>
              </a:spcBef>
              <a:spcAft>
                <a:spcPts val="0"/>
              </a:spcAft>
              <a:buClr>
                <a:schemeClr val="dk1"/>
              </a:buClr>
              <a:buSzPts val="2400"/>
              <a:buFont typeface="Cambria"/>
              <a:buNone/>
            </a:pPr>
            <a:r>
              <a:rPr lang="en-IN" sz="2400" b="0" i="0" u="none" strike="noStrike" cap="none">
                <a:solidFill>
                  <a:schemeClr val="dk1"/>
                </a:solidFill>
                <a:latin typeface="Cambria"/>
                <a:ea typeface="Cambria"/>
                <a:cs typeface="Cambria"/>
                <a:sym typeface="Cambria"/>
              </a:rPr>
              <a:t> </a:t>
            </a:r>
            <a:endParaRPr sz="2400" b="0" i="0" u="none" strike="noStrike" cap="none">
              <a:solidFill>
                <a:schemeClr val="dk1"/>
              </a:solidFill>
              <a:latin typeface="Calibri"/>
              <a:ea typeface="Calibri"/>
              <a:cs typeface="Calibri"/>
              <a:sym typeface="Calibri"/>
            </a:endParaRPr>
          </a:p>
          <a:p>
            <a:pPr marL="0" marR="0" lvl="0" indent="0" algn="just" rtl="0">
              <a:lnSpc>
                <a:spcPct val="90000"/>
              </a:lnSpc>
              <a:spcBef>
                <a:spcPts val="1001"/>
              </a:spcBef>
              <a:spcAft>
                <a:spcPts val="0"/>
              </a:spcAft>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16" name="Google Shape;116;p3"/>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Concept</a:t>
            </a:r>
            <a:endParaRPr sz="4000" b="0" u="none" strike="noStrike">
              <a:solidFill>
                <a:schemeClr val="dk1"/>
              </a:solidFill>
              <a:latin typeface="Calibri"/>
              <a:ea typeface="Calibri"/>
              <a:cs typeface="Calibri"/>
              <a:sym typeface="Calibri"/>
            </a:endParaRPr>
          </a:p>
        </p:txBody>
      </p:sp>
      <p:sp>
        <p:nvSpPr>
          <p:cNvPr id="122" name="Google Shape;122;p4"/>
          <p:cNvSpPr txBox="1">
            <a:spLocks noGrp="1"/>
          </p:cNvSpPr>
          <p:nvPr>
            <p:ph type="body" idx="1"/>
          </p:nvPr>
        </p:nvSpPr>
        <p:spPr>
          <a:xfrm>
            <a:off x="838080" y="1690560"/>
            <a:ext cx="10515240" cy="4485960"/>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800"/>
              <a:buFont typeface="Cambria"/>
              <a:buNone/>
            </a:pPr>
            <a:r>
              <a:rPr lang="en-IN" sz="2800" b="0" i="0" u="none" strike="noStrike" cap="none">
                <a:solidFill>
                  <a:schemeClr val="dk1"/>
                </a:solidFill>
                <a:latin typeface="Cambria"/>
                <a:ea typeface="Cambria"/>
                <a:cs typeface="Cambria"/>
                <a:sym typeface="Cambria"/>
              </a:rPr>
              <a:t>A linked list is a linear data structure composed of a sequence of nodes, where each node contains data and a pointer (or reference) to the next node in the sequence. </a:t>
            </a:r>
            <a:endParaRPr sz="2800" b="0" i="0" u="none" strike="noStrike" cap="none">
              <a:solidFill>
                <a:schemeClr val="dk1"/>
              </a:solidFill>
              <a:latin typeface="Calibri"/>
              <a:ea typeface="Calibri"/>
              <a:cs typeface="Calibri"/>
              <a:sym typeface="Calibri"/>
            </a:endParaRPr>
          </a:p>
          <a:p>
            <a:pPr marL="0" marR="0" lvl="0" indent="0" algn="just" rtl="0">
              <a:lnSpc>
                <a:spcPct val="90000"/>
              </a:lnSpc>
              <a:spcBef>
                <a:spcPts val="1993"/>
              </a:spcBef>
              <a:spcAft>
                <a:spcPts val="0"/>
              </a:spcAft>
              <a:buClr>
                <a:schemeClr val="dk1"/>
              </a:buClr>
              <a:buSzPts val="2800"/>
              <a:buFont typeface="Cambria"/>
              <a:buNone/>
            </a:pPr>
            <a:r>
              <a:rPr lang="en-IN" sz="2800" b="1" i="0" u="none" strike="noStrike" cap="none">
                <a:solidFill>
                  <a:schemeClr val="dk1"/>
                </a:solidFill>
                <a:latin typeface="Cambria"/>
                <a:ea typeface="Cambria"/>
                <a:cs typeface="Cambria"/>
                <a:sym typeface="Cambria"/>
              </a:rPr>
              <a:t>Common operations:</a:t>
            </a:r>
            <a:endParaRPr sz="2800" b="0" i="0" u="none" strike="noStrike" cap="none">
              <a:solidFill>
                <a:schemeClr val="dk1"/>
              </a:solidFill>
              <a:latin typeface="Calibri"/>
              <a:ea typeface="Calibri"/>
              <a:cs typeface="Calibri"/>
              <a:sym typeface="Calibri"/>
            </a:endParaRPr>
          </a:p>
          <a:p>
            <a:pPr marL="685800" marR="0" lvl="1" indent="-228600" algn="just" rtl="0">
              <a:lnSpc>
                <a:spcPct val="110000"/>
              </a:lnSpc>
              <a:spcBef>
                <a:spcPts val="499"/>
              </a:spcBef>
              <a:spcAft>
                <a:spcPts val="0"/>
              </a:spcAft>
              <a:buClr>
                <a:srgbClr val="000000"/>
              </a:buClr>
              <a:buSzPts val="2400"/>
              <a:buFont typeface="Arial"/>
              <a:buChar char="•"/>
            </a:pPr>
            <a:r>
              <a:rPr lang="en-IN" sz="2400" b="0" i="0" u="none" strike="noStrike" cap="none">
                <a:solidFill>
                  <a:schemeClr val="dk1"/>
                </a:solidFill>
                <a:latin typeface="Cambria"/>
                <a:ea typeface="Cambria"/>
                <a:cs typeface="Cambria"/>
                <a:sym typeface="Cambria"/>
              </a:rPr>
              <a:t>Insertion: Adding a new node to the linked list</a:t>
            </a:r>
            <a:endParaRPr sz="2400" b="0" i="0" u="none" strike="noStrike" cap="none">
              <a:solidFill>
                <a:schemeClr val="dk1"/>
              </a:solidFill>
              <a:latin typeface="Calibri"/>
              <a:ea typeface="Calibri"/>
              <a:cs typeface="Calibri"/>
              <a:sym typeface="Calibri"/>
            </a:endParaRPr>
          </a:p>
          <a:p>
            <a:pPr marL="685800" marR="0" lvl="1" indent="-228600" algn="just" rtl="0">
              <a:lnSpc>
                <a:spcPct val="110000"/>
              </a:lnSpc>
              <a:spcBef>
                <a:spcPts val="499"/>
              </a:spcBef>
              <a:spcAft>
                <a:spcPts val="0"/>
              </a:spcAft>
              <a:buClr>
                <a:srgbClr val="000000"/>
              </a:buClr>
              <a:buSzPts val="2400"/>
              <a:buFont typeface="Arial"/>
              <a:buChar char="•"/>
            </a:pPr>
            <a:r>
              <a:rPr lang="en-IN" sz="2400" b="0" i="0" u="none" strike="noStrike" cap="none">
                <a:solidFill>
                  <a:schemeClr val="dk1"/>
                </a:solidFill>
                <a:latin typeface="Cambria"/>
                <a:ea typeface="Cambria"/>
                <a:cs typeface="Cambria"/>
                <a:sym typeface="Cambria"/>
              </a:rPr>
              <a:t>Deletion: Removing a node from the linked list.</a:t>
            </a:r>
            <a:endParaRPr sz="2400" b="0" i="0" u="none" strike="noStrike" cap="none">
              <a:solidFill>
                <a:schemeClr val="dk1"/>
              </a:solidFill>
              <a:latin typeface="Calibri"/>
              <a:ea typeface="Calibri"/>
              <a:cs typeface="Calibri"/>
              <a:sym typeface="Calibri"/>
            </a:endParaRPr>
          </a:p>
          <a:p>
            <a:pPr marL="685800" marR="0" lvl="1" indent="-228600" algn="just" rtl="0">
              <a:lnSpc>
                <a:spcPct val="110000"/>
              </a:lnSpc>
              <a:spcBef>
                <a:spcPts val="499"/>
              </a:spcBef>
              <a:spcAft>
                <a:spcPts val="0"/>
              </a:spcAft>
              <a:buClr>
                <a:srgbClr val="000000"/>
              </a:buClr>
              <a:buSzPts val="2400"/>
              <a:buFont typeface="Arial"/>
              <a:buChar char="•"/>
            </a:pPr>
            <a:r>
              <a:rPr lang="en-IN" sz="2400" b="0" i="0" u="none" strike="noStrike" cap="none">
                <a:solidFill>
                  <a:schemeClr val="dk1"/>
                </a:solidFill>
                <a:latin typeface="Cambria"/>
                <a:ea typeface="Cambria"/>
                <a:cs typeface="Cambria"/>
                <a:sym typeface="Cambria"/>
              </a:rPr>
              <a:t>Traversal</a:t>
            </a:r>
            <a:endParaRPr sz="2400" b="0" i="0" u="none" strike="noStrike" cap="none">
              <a:solidFill>
                <a:schemeClr val="dk1"/>
              </a:solidFill>
              <a:latin typeface="Calibri"/>
              <a:ea typeface="Calibri"/>
              <a:cs typeface="Calibri"/>
              <a:sym typeface="Calibri"/>
            </a:endParaRPr>
          </a:p>
          <a:p>
            <a:pPr marL="685800" marR="0" lvl="1" indent="-228600" algn="just" rtl="0">
              <a:lnSpc>
                <a:spcPct val="110000"/>
              </a:lnSpc>
              <a:spcBef>
                <a:spcPts val="499"/>
              </a:spcBef>
              <a:spcAft>
                <a:spcPts val="0"/>
              </a:spcAft>
              <a:buClr>
                <a:srgbClr val="000000"/>
              </a:buClr>
              <a:buSzPts val="2400"/>
              <a:buFont typeface="Arial"/>
              <a:buChar char="•"/>
            </a:pPr>
            <a:r>
              <a:rPr lang="en-IN" sz="2400" b="0" i="0" u="none" strike="noStrike" cap="none">
                <a:solidFill>
                  <a:schemeClr val="dk1"/>
                </a:solidFill>
                <a:latin typeface="Cambria"/>
                <a:ea typeface="Cambria"/>
                <a:cs typeface="Cambria"/>
                <a:sym typeface="Cambria"/>
              </a:rPr>
              <a:t>Searching</a:t>
            </a:r>
            <a:endParaRPr sz="2400" b="0" i="0" u="none" strike="noStrike" cap="none">
              <a:solidFill>
                <a:schemeClr val="dk1"/>
              </a:solidFill>
              <a:latin typeface="Calibri"/>
              <a:ea typeface="Calibri"/>
              <a:cs typeface="Calibri"/>
              <a:sym typeface="Calibri"/>
            </a:endParaRPr>
          </a:p>
          <a:p>
            <a:pPr marL="685800" marR="0" lvl="1" indent="0" algn="just" rtl="0">
              <a:lnSpc>
                <a:spcPct val="110000"/>
              </a:lnSpc>
              <a:spcBef>
                <a:spcPts val="499"/>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just" rtl="0">
              <a:lnSpc>
                <a:spcPct val="90000"/>
              </a:lnSpc>
              <a:spcBef>
                <a:spcPts val="1001"/>
              </a:spcBef>
              <a:spcAft>
                <a:spcPts val="0"/>
              </a:spcAft>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23" name="Google Shape;123;p4"/>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Algorithm/Logic</a:t>
            </a:r>
            <a:endParaRPr sz="4000" b="0" u="none" strike="noStrike">
              <a:solidFill>
                <a:schemeClr val="dk1"/>
              </a:solidFill>
              <a:latin typeface="Calibri"/>
              <a:ea typeface="Calibri"/>
              <a:cs typeface="Calibri"/>
              <a:sym typeface="Calibri"/>
            </a:endParaRPr>
          </a:p>
        </p:txBody>
      </p:sp>
      <p:sp>
        <p:nvSpPr>
          <p:cNvPr id="129" name="Google Shape;129;p5"/>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rgbClr val="196391"/>
              </a:buClr>
              <a:buSzPts val="2800"/>
              <a:buFont typeface="Cambria"/>
              <a:buNone/>
            </a:pPr>
            <a:r>
              <a:rPr lang="en-IN" sz="2800" b="1" i="0" u="none" strike="noStrike" cap="none">
                <a:solidFill>
                  <a:srgbClr val="196391"/>
                </a:solidFill>
                <a:latin typeface="Cambria"/>
                <a:ea typeface="Cambria"/>
                <a:cs typeface="Cambria"/>
                <a:sym typeface="Cambria"/>
              </a:rPr>
              <a:t>1. Step by Step Pseudocode:</a:t>
            </a:r>
            <a:endParaRPr sz="2800" b="0" i="0" u="none" strike="noStrike" cap="none">
              <a:solidFill>
                <a:schemeClr val="dk1"/>
              </a:solidFill>
              <a:latin typeface="Calibri"/>
              <a:ea typeface="Calibri"/>
              <a:cs typeface="Calibri"/>
              <a:sym typeface="Calibri"/>
            </a:endParaRPr>
          </a:p>
          <a:p>
            <a:pPr marL="0" marR="0" lvl="0" indent="0" algn="l" rtl="0">
              <a:lnSpc>
                <a:spcPct val="90000"/>
              </a:lnSpc>
              <a:spcBef>
                <a:spcPts val="1191"/>
              </a:spcBef>
              <a:spcAft>
                <a:spcPts val="0"/>
              </a:spcAft>
              <a:buClr>
                <a:schemeClr val="dk1"/>
              </a:buClr>
              <a:buSzPts val="2400"/>
              <a:buFont typeface="Cambria"/>
              <a:buNone/>
            </a:pPr>
            <a:r>
              <a:rPr lang="en-IN" sz="2400" b="0" i="0" u="none" strike="noStrike" cap="none">
                <a:solidFill>
                  <a:schemeClr val="dk1"/>
                </a:solidFill>
                <a:latin typeface="Cambria"/>
                <a:ea typeface="Cambria"/>
                <a:cs typeface="Cambria"/>
                <a:sym typeface="Cambria"/>
              </a:rPr>
              <a:t>Compute lengths lenA and lenB of both lists.</a:t>
            </a:r>
            <a:endParaRPr sz="2400" b="0" i="0" u="none" strike="noStrike" cap="none">
              <a:solidFill>
                <a:schemeClr val="dk1"/>
              </a:solidFill>
              <a:latin typeface="Calibri"/>
              <a:ea typeface="Calibri"/>
              <a:cs typeface="Calibri"/>
              <a:sym typeface="Calibri"/>
            </a:endParaRPr>
          </a:p>
          <a:p>
            <a:pPr marL="0" marR="0" lvl="0" indent="0" algn="l" rtl="0">
              <a:lnSpc>
                <a:spcPct val="90000"/>
              </a:lnSpc>
              <a:spcBef>
                <a:spcPts val="2183"/>
              </a:spcBef>
              <a:spcAft>
                <a:spcPts val="0"/>
              </a:spcAft>
              <a:buClr>
                <a:srgbClr val="000000"/>
              </a:buClr>
              <a:buSzPts val="2400"/>
              <a:buFont typeface="Cambria"/>
              <a:buNone/>
            </a:pPr>
            <a:r>
              <a:rPr lang="en-IN" sz="2400" b="0" i="0" u="none" strike="noStrike" cap="none">
                <a:solidFill>
                  <a:srgbClr val="000000"/>
                </a:solidFill>
                <a:latin typeface="Cambria"/>
                <a:ea typeface="Cambria"/>
                <a:cs typeface="Cambria"/>
                <a:sym typeface="Cambria"/>
              </a:rPr>
              <a:t>Advance the longer list by abs(lenA - lenB) steps.</a:t>
            </a:r>
            <a:endParaRPr sz="2400" b="0" i="0" u="none" strike="noStrike" cap="none">
              <a:solidFill>
                <a:schemeClr val="dk1"/>
              </a:solidFill>
              <a:latin typeface="Calibri"/>
              <a:ea typeface="Calibri"/>
              <a:cs typeface="Calibri"/>
              <a:sym typeface="Calibri"/>
            </a:endParaRPr>
          </a:p>
          <a:p>
            <a:pPr marL="0" marR="0" lvl="0" indent="0" algn="l" rtl="0">
              <a:lnSpc>
                <a:spcPct val="90000"/>
              </a:lnSpc>
              <a:spcBef>
                <a:spcPts val="2183"/>
              </a:spcBef>
              <a:spcAft>
                <a:spcPts val="0"/>
              </a:spcAft>
              <a:buClr>
                <a:srgbClr val="000000"/>
              </a:buClr>
              <a:buSzPts val="2400"/>
              <a:buFont typeface="Cambria"/>
              <a:buNone/>
            </a:pPr>
            <a:r>
              <a:rPr lang="en-IN" sz="2400" b="0" i="0" u="none" strike="noStrike" cap="none">
                <a:solidFill>
                  <a:srgbClr val="000000"/>
                </a:solidFill>
                <a:latin typeface="Cambria"/>
                <a:ea typeface="Cambria"/>
                <a:cs typeface="Cambria"/>
                <a:sym typeface="Cambria"/>
              </a:rPr>
              <a:t>Walk both lists step-by-step comparing node references.</a:t>
            </a:r>
            <a:endParaRPr sz="2400" b="0" i="0" u="none" strike="noStrike" cap="none">
              <a:solidFill>
                <a:schemeClr val="dk1"/>
              </a:solidFill>
              <a:latin typeface="Calibri"/>
              <a:ea typeface="Calibri"/>
              <a:cs typeface="Calibri"/>
              <a:sym typeface="Calibri"/>
            </a:endParaRPr>
          </a:p>
          <a:p>
            <a:pPr marL="0" marR="0" lvl="0" indent="0" algn="l" rtl="0">
              <a:lnSpc>
                <a:spcPct val="90000"/>
              </a:lnSpc>
              <a:spcBef>
                <a:spcPts val="2183"/>
              </a:spcBef>
              <a:spcAft>
                <a:spcPts val="0"/>
              </a:spcAft>
              <a:buClr>
                <a:srgbClr val="000000"/>
              </a:buClr>
              <a:buSzPts val="2400"/>
              <a:buFont typeface="Cambria"/>
              <a:buNone/>
            </a:pPr>
            <a:r>
              <a:rPr lang="en-IN" sz="2400" b="0" i="0" u="none" strike="noStrike" cap="none">
                <a:solidFill>
                  <a:srgbClr val="000000"/>
                </a:solidFill>
                <a:latin typeface="Cambria"/>
                <a:ea typeface="Cambria"/>
                <a:cs typeface="Cambria"/>
                <a:sym typeface="Cambria"/>
              </a:rPr>
              <a:t>First node where nodeA == nodeB is the intersection. If none — return null.</a:t>
            </a:r>
            <a:endParaRPr sz="2400" b="0" i="0" u="none" strike="noStrike" cap="none">
              <a:solidFill>
                <a:schemeClr val="dk1"/>
              </a:solidFill>
              <a:latin typeface="Calibri"/>
              <a:ea typeface="Calibri"/>
              <a:cs typeface="Calibri"/>
              <a:sym typeface="Calibri"/>
            </a:endParaRPr>
          </a:p>
          <a:p>
            <a:pPr marL="0" marR="0" lvl="0" indent="0" algn="just" rtl="0">
              <a:lnSpc>
                <a:spcPct val="90000"/>
              </a:lnSpc>
              <a:spcBef>
                <a:spcPts val="1993"/>
              </a:spcBef>
              <a:spcAft>
                <a:spcPts val="0"/>
              </a:spcAft>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90000"/>
              </a:lnSpc>
              <a:spcBef>
                <a:spcPts val="1001"/>
              </a:spcBef>
              <a:spcAft>
                <a:spcPts val="0"/>
              </a:spcAft>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90000"/>
              </a:lnSpc>
              <a:spcBef>
                <a:spcPts val="1001"/>
              </a:spcBef>
              <a:spcAft>
                <a:spcPts val="0"/>
              </a:spcAft>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30" name="Google Shape;130;p5"/>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36" name="Google Shape;136;p6"/>
          <p:cNvSpPr/>
          <p:nvPr/>
        </p:nvSpPr>
        <p:spPr>
          <a:xfrm>
            <a:off x="887760" y="2047320"/>
            <a:ext cx="10005120" cy="4611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37" name="Google Shape;137;p6"/>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Visualization</a:t>
            </a:r>
            <a:endParaRPr sz="4000" b="0" u="none" strike="noStrike">
              <a:solidFill>
                <a:schemeClr val="dk1"/>
              </a:solidFill>
              <a:latin typeface="Calibri"/>
              <a:ea typeface="Calibri"/>
              <a:cs typeface="Calibri"/>
              <a:sym typeface="Calibri"/>
            </a:endParaRPr>
          </a:p>
        </p:txBody>
      </p:sp>
      <p:sp>
        <p:nvSpPr>
          <p:cNvPr id="138" name="Google Shape;138;p6"/>
          <p:cNvSpPr txBox="1"/>
          <p:nvPr/>
        </p:nvSpPr>
        <p:spPr>
          <a:xfrm>
            <a:off x="1080000" y="1918800"/>
            <a:ext cx="7852320" cy="3301200"/>
          </a:xfrm>
          <a:prstGeom prst="rect">
            <a:avLst/>
          </a:prstGeom>
          <a:noFill/>
          <a:ln>
            <a:noFill/>
          </a:ln>
        </p:spPr>
        <p:txBody>
          <a:bodyPr spcFirstLastPara="1" wrap="square" lIns="90000" tIns="45000" rIns="90000" bIns="45000" anchor="t" anchorCtr="0">
            <a:spAutoFit/>
          </a:bodyPr>
          <a:lstStyle/>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Two lists intersecting at node X: </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List A:  A1 -&gt; A2 -&gt; A3 \</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                         -&gt; X -&gt; X.next -&gt; ...</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List B:       B1 -&gt; B2 /</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Walk alignment (after advancing longer list or via pointer switching): </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After advancing longer:</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A3 -&gt; X -&gt; ...</a:t>
            </a:r>
            <a:endParaRPr sz="24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B2 -&gt; X -&gt; ...</a:t>
            </a:r>
            <a:endParaRPr sz="2400" b="0" u="none" strike="noStrike">
              <a:solidFill>
                <a:srgbClr val="000000"/>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Code Implementation</a:t>
            </a:r>
            <a:endParaRPr sz="4000" b="0" u="none" strike="noStrike">
              <a:solidFill>
                <a:schemeClr val="dk1"/>
              </a:solidFill>
              <a:latin typeface="Calibri"/>
              <a:ea typeface="Calibri"/>
              <a:cs typeface="Calibri"/>
              <a:sym typeface="Calibri"/>
            </a:endParaRPr>
          </a:p>
        </p:txBody>
      </p:sp>
      <p:sp>
        <p:nvSpPr>
          <p:cNvPr id="144" name="Google Shape;144;p7"/>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F6B4509-AC30-AE5C-0A4C-3E7684987ACD}"/>
              </a:ext>
            </a:extLst>
          </p:cNvPr>
          <p:cNvPicPr>
            <a:picLocks noChangeAspect="1"/>
          </p:cNvPicPr>
          <p:nvPr/>
        </p:nvPicPr>
        <p:blipFill>
          <a:blip r:embed="rId4"/>
          <a:stretch>
            <a:fillRect/>
          </a:stretch>
        </p:blipFill>
        <p:spPr>
          <a:xfrm>
            <a:off x="1411246" y="1621374"/>
            <a:ext cx="8275396" cy="38376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187DA157-59CA-EED8-9216-7CEE12A191EE}"/>
            </a:ext>
          </a:extLst>
        </p:cNvPr>
        <p:cNvGrpSpPr/>
        <p:nvPr/>
      </p:nvGrpSpPr>
      <p:grpSpPr>
        <a:xfrm>
          <a:off x="0" y="0"/>
          <a:ext cx="0" cy="0"/>
          <a:chOff x="0" y="0"/>
          <a:chExt cx="0" cy="0"/>
        </a:xfrm>
      </p:grpSpPr>
      <p:sp>
        <p:nvSpPr>
          <p:cNvPr id="143" name="Google Shape;143;p7">
            <a:extLst>
              <a:ext uri="{FF2B5EF4-FFF2-40B4-BE49-F238E27FC236}">
                <a16:creationId xmlns:a16="http://schemas.microsoft.com/office/drawing/2014/main" id="{57DE0A5B-A1AE-0803-28FB-E5E76E38B4C1}"/>
              </a:ext>
            </a:extLst>
          </p:cNvPr>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Code Implementation</a:t>
            </a:r>
            <a:endParaRPr sz="4000" b="0" u="none" strike="noStrike">
              <a:solidFill>
                <a:schemeClr val="dk1"/>
              </a:solidFill>
              <a:latin typeface="Calibri"/>
              <a:ea typeface="Calibri"/>
              <a:cs typeface="Calibri"/>
              <a:sym typeface="Calibri"/>
            </a:endParaRPr>
          </a:p>
        </p:txBody>
      </p:sp>
      <p:sp>
        <p:nvSpPr>
          <p:cNvPr id="144" name="Google Shape;144;p7">
            <a:extLst>
              <a:ext uri="{FF2B5EF4-FFF2-40B4-BE49-F238E27FC236}">
                <a16:creationId xmlns:a16="http://schemas.microsoft.com/office/drawing/2014/main" id="{25847B19-2EAE-2723-FA37-4697B84301D3}"/>
              </a:ext>
            </a:extLst>
          </p:cNvPr>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E9BFEFE3-3494-866A-3930-4D9420D93E73}"/>
              </a:ext>
            </a:extLst>
          </p:cNvPr>
          <p:cNvPicPr>
            <a:picLocks noChangeAspect="1"/>
          </p:cNvPicPr>
          <p:nvPr/>
        </p:nvPicPr>
        <p:blipFill>
          <a:blip r:embed="rId4"/>
          <a:stretch>
            <a:fillRect/>
          </a:stretch>
        </p:blipFill>
        <p:spPr>
          <a:xfrm>
            <a:off x="1376518" y="1921765"/>
            <a:ext cx="10347080" cy="2834816"/>
          </a:xfrm>
          <a:prstGeom prst="rect">
            <a:avLst/>
          </a:prstGeom>
        </p:spPr>
      </p:pic>
    </p:spTree>
    <p:extLst>
      <p:ext uri="{BB962C8B-B14F-4D97-AF65-F5344CB8AC3E}">
        <p14:creationId xmlns:p14="http://schemas.microsoft.com/office/powerpoint/2010/main" val="1340727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6"/>
            <a:ext cx="10515600" cy="1325563"/>
          </a:xfrm>
          <a:prstGeom prst="rect">
            <a:avLst/>
          </a:prstGeom>
          <a:noFill/>
          <a:ln>
            <a:noFill/>
          </a:ln>
        </p:spPr>
        <p:txBody>
          <a:bodyPr spcFirstLastPara="1" vert="horz" wrap="square" lIns="91425" tIns="45700" rIns="91425" bIns="45700" rtlCol="0" anchor="ctr" anchorCtr="0">
            <a:normAutofit/>
          </a:bodyPr>
          <a:lstStyle/>
          <a:p>
            <a:pPr algn="l">
              <a:lnSpc>
                <a:spcPct val="90000"/>
              </a:lnSpc>
              <a:buSzPts val="4000"/>
            </a:pPr>
            <a:r>
              <a:rPr lang="en-IN" sz="4000" b="1">
                <a:latin typeface="Cambria"/>
                <a:ea typeface="Cambria"/>
                <a:cs typeface="Cambria"/>
                <a:sym typeface="Cambria"/>
              </a:rPr>
              <a:t>Output :</a:t>
            </a:r>
            <a:endParaRPr sz="4000" b="1">
              <a:latin typeface="Cambria"/>
              <a:ea typeface="Cambria"/>
              <a:cs typeface="Cambria"/>
              <a:sym typeface="Cambria"/>
            </a:endParaRPr>
          </a:p>
        </p:txBody>
      </p:sp>
      <p:sp>
        <p:nvSpPr>
          <p:cNvPr id="156" name="Google Shape;156;p11"/>
          <p:cNvSpPr/>
          <p:nvPr/>
        </p:nvSpPr>
        <p:spPr>
          <a:xfrm>
            <a:off x="9991483" y="4"/>
            <a:ext cx="2145711" cy="995946"/>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b="1"/>
            </a:stretch>
          </a:blipFill>
          <a:ln>
            <a:noFill/>
          </a:ln>
        </p:spPr>
      </p:sp>
      <p:sp>
        <p:nvSpPr>
          <p:cNvPr id="2" name="Rectangle 1">
            <a:extLst>
              <a:ext uri="{FF2B5EF4-FFF2-40B4-BE49-F238E27FC236}">
                <a16:creationId xmlns:a16="http://schemas.microsoft.com/office/drawing/2014/main" id="{3595AF01-F001-E012-4271-64090A2F6879}"/>
              </a:ext>
            </a:extLst>
          </p:cNvPr>
          <p:cNvSpPr/>
          <p:nvPr/>
        </p:nvSpPr>
        <p:spPr>
          <a:xfrm>
            <a:off x="1720646" y="2005782"/>
            <a:ext cx="8111613" cy="31561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00" dirty="0"/>
          </a:p>
        </p:txBody>
      </p:sp>
      <p:sp>
        <p:nvSpPr>
          <p:cNvPr id="3" name="TextBox 2">
            <a:extLst>
              <a:ext uri="{FF2B5EF4-FFF2-40B4-BE49-F238E27FC236}">
                <a16:creationId xmlns:a16="http://schemas.microsoft.com/office/drawing/2014/main" id="{0D791DF5-972B-1D27-EE5A-022B406632E1}"/>
              </a:ext>
            </a:extLst>
          </p:cNvPr>
          <p:cNvSpPr txBox="1"/>
          <p:nvPr/>
        </p:nvSpPr>
        <p:spPr>
          <a:xfrm>
            <a:off x="1848466" y="2202427"/>
            <a:ext cx="7747819" cy="577787"/>
          </a:xfrm>
          <a:prstGeom prst="rect">
            <a:avLst/>
          </a:prstGeom>
          <a:noFill/>
        </p:spPr>
        <p:txBody>
          <a:bodyPr wrap="square" rtlCol="0">
            <a:spAutoFit/>
          </a:bodyPr>
          <a:lstStyle/>
          <a:p>
            <a:pPr>
              <a:lnSpc>
                <a:spcPct val="150000"/>
              </a:lnSpc>
            </a:pPr>
            <a:r>
              <a:rPr lang="pt-BR" sz="2400" dirty="0">
                <a:solidFill>
                  <a:schemeClr val="bg1"/>
                </a:solidFill>
                <a:latin typeface="Cambria" panose="02040503050406030204" pitchFamily="18" charset="0"/>
                <a:ea typeface="Cambria" panose="02040503050406030204" pitchFamily="18" charset="0"/>
              </a:rPr>
              <a:t>Merge Point: 30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9"/>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Time &amp; Space Complexity</a:t>
            </a:r>
            <a:endParaRPr sz="4000" b="0" u="none" strike="noStrike">
              <a:solidFill>
                <a:schemeClr val="dk1"/>
              </a:solidFill>
              <a:latin typeface="Calibri"/>
              <a:ea typeface="Calibri"/>
              <a:cs typeface="Calibri"/>
              <a:sym typeface="Calibri"/>
            </a:endParaRPr>
          </a:p>
        </p:txBody>
      </p:sp>
      <p:sp>
        <p:nvSpPr>
          <p:cNvPr id="158" name="Google Shape;158;p9"/>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59" name="Google Shape;159;p9"/>
          <p:cNvSpPr txBox="1"/>
          <p:nvPr/>
        </p:nvSpPr>
        <p:spPr>
          <a:xfrm>
            <a:off x="913320" y="1620000"/>
            <a:ext cx="9886680" cy="3683880"/>
          </a:xfrm>
          <a:prstGeom prst="rect">
            <a:avLst/>
          </a:prstGeom>
          <a:noFill/>
          <a:ln>
            <a:noFill/>
          </a:ln>
        </p:spPr>
        <p:txBody>
          <a:bodyPr spcFirstLastPara="1" wrap="square" lIns="90000" tIns="45000" rIns="90000" bIns="45000" anchor="t" anchorCtr="0">
            <a:spAutoFit/>
          </a:bodyPr>
          <a:lstStyle/>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The time complexity of the getIntersectionNode function is O(M + N), where M is the length of the first linked list (headA) and N is the length of the second linked list (headB).</a:t>
            </a:r>
            <a:endParaRPr sz="2400" b="0" u="none" strike="noStrike">
              <a:solidFill>
                <a:srgbClr val="000000"/>
              </a:solidFill>
              <a:latin typeface="Arial"/>
              <a:ea typeface="Arial"/>
              <a:cs typeface="Arial"/>
              <a:sym typeface="Arial"/>
            </a:endParaRPr>
          </a:p>
          <a:p>
            <a:pPr marL="0" marR="0" lvl="0" indent="0" algn="l" rtl="0">
              <a:spcBef>
                <a:spcPts val="0"/>
              </a:spcBef>
              <a:spcAft>
                <a:spcPts val="0"/>
              </a:spcAft>
              <a:buNone/>
            </a:pPr>
            <a:r>
              <a:rPr lang="en-IN" sz="2400" b="0" u="none" strike="noStrike">
                <a:solidFill>
                  <a:srgbClr val="000000"/>
                </a:solidFill>
                <a:latin typeface="Cambria"/>
                <a:ea typeface="Cambria"/>
                <a:cs typeface="Cambria"/>
                <a:sym typeface="Cambria"/>
              </a:rPr>
              <a:t>The space complexity of the getIntersectionNode function is O(1). </a:t>
            </a:r>
            <a:endParaRPr sz="2400" b="0" u="none" strike="noStrike">
              <a:solidFill>
                <a:srgbClr val="000000"/>
              </a:solidFill>
              <a:latin typeface="Arial"/>
              <a:ea typeface="Arial"/>
              <a:cs typeface="Arial"/>
              <a:sym typeface="Arial"/>
            </a:endParaRPr>
          </a:p>
          <a:p>
            <a:pPr marL="0" marR="0" lvl="0" indent="0" algn="l" rtl="0">
              <a:spcBef>
                <a:spcPts val="0"/>
              </a:spcBef>
              <a:spcAft>
                <a:spcPts val="0"/>
              </a:spcAft>
              <a:buNone/>
            </a:pPr>
            <a:endParaRPr sz="2800" b="0" u="none" strike="noStrike">
              <a:solidFill>
                <a:srgbClr val="000000"/>
              </a:solidFill>
              <a:latin typeface="Cambria"/>
              <a:ea typeface="Cambria"/>
              <a:cs typeface="Cambria"/>
              <a:sym typeface="Cambria"/>
            </a:endParaRPr>
          </a:p>
          <a:p>
            <a:pPr marL="0" marR="0" lvl="0" indent="0" algn="l" rtl="0">
              <a:spcBef>
                <a:spcPts val="0"/>
              </a:spcBef>
              <a:spcAft>
                <a:spcPts val="0"/>
              </a:spcAft>
              <a:buNone/>
            </a:pPr>
            <a:endParaRPr sz="2800" b="0" u="none" strike="noStrike">
              <a:solidFill>
                <a:srgbClr val="000000"/>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u="none" strike="noStrike">
                <a:solidFill>
                  <a:schemeClr val="dk1"/>
                </a:solidFill>
                <a:latin typeface="Cambria"/>
                <a:ea typeface="Cambria"/>
                <a:cs typeface="Cambria"/>
                <a:sym typeface="Cambria"/>
              </a:rPr>
              <a:t>Summary</a:t>
            </a:r>
            <a:endParaRPr sz="4000" b="0" u="none" strike="noStrike">
              <a:solidFill>
                <a:schemeClr val="dk1"/>
              </a:solidFill>
              <a:latin typeface="Calibri"/>
              <a:ea typeface="Calibri"/>
              <a:cs typeface="Calibri"/>
              <a:sym typeface="Calibri"/>
            </a:endParaRPr>
          </a:p>
        </p:txBody>
      </p:sp>
      <p:sp>
        <p:nvSpPr>
          <p:cNvPr id="165" name="Google Shape;165;p10"/>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rmAutofit/>
          </a:bodyPr>
          <a:lstStyle/>
          <a:p>
            <a:pPr marL="228600" marR="0" lvl="0" indent="-228600" algn="just" rtl="0">
              <a:lnSpc>
                <a:spcPct val="90000"/>
              </a:lnSpc>
              <a:spcBef>
                <a:spcPts val="0"/>
              </a:spcBef>
              <a:spcAft>
                <a:spcPts val="0"/>
              </a:spcAft>
              <a:buClr>
                <a:srgbClr val="000000"/>
              </a:buClr>
              <a:buSzPts val="2400"/>
              <a:buFont typeface="Arial"/>
              <a:buChar char="•"/>
            </a:pPr>
            <a:r>
              <a:rPr lang="en-IN" sz="2400" b="0" i="0" u="none" strike="noStrike" cap="none">
                <a:solidFill>
                  <a:schemeClr val="dk1"/>
                </a:solidFill>
                <a:latin typeface="Cambria"/>
                <a:ea typeface="Cambria"/>
                <a:cs typeface="Cambria"/>
                <a:sym typeface="Cambria"/>
              </a:rPr>
              <a:t>This algorithm cleverly handles lists of different lengths by "re-routing" the pointers to the head of the other list once they reach the end of their own list. This ensures that both pointers will eventually traverse the same total distance before meeting at the intersection or at NULL. </a:t>
            </a:r>
            <a:endParaRPr sz="2400" b="0" i="0" u="none" strike="noStrike" cap="none">
              <a:solidFill>
                <a:schemeClr val="dk1"/>
              </a:solidFill>
              <a:latin typeface="Calibri"/>
              <a:ea typeface="Calibri"/>
              <a:cs typeface="Calibri"/>
              <a:sym typeface="Calibri"/>
            </a:endParaRPr>
          </a:p>
        </p:txBody>
      </p:sp>
      <p:sp>
        <p:nvSpPr>
          <p:cNvPr id="166" name="Google Shape;166;p10"/>
          <p:cNvSpPr/>
          <p:nvPr/>
        </p:nvSpPr>
        <p:spPr>
          <a:xfrm>
            <a:off x="9991440" y="0"/>
            <a:ext cx="2145240" cy="995760"/>
          </a:xfrm>
          <a:custGeom>
            <a:avLst/>
            <a:gdLst/>
            <a:ahLst/>
            <a:cxnLst/>
            <a:rect l="l" t="t" r="r" b="b"/>
            <a:pathLst>
              <a:path w="4085336" h="1896237" extrusionOk="0">
                <a:moveTo>
                  <a:pt x="0" y="0"/>
                </a:moveTo>
                <a:lnTo>
                  <a:pt x="4085336" y="0"/>
                </a:lnTo>
                <a:lnTo>
                  <a:pt x="4085336" y="1896237"/>
                </a:lnTo>
                <a:lnTo>
                  <a:pt x="0" y="1896237"/>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1"/>
          <p:cNvSpPr txBox="1">
            <a:spLocks noGrp="1"/>
          </p:cNvSpPr>
          <p:nvPr>
            <p:ph type="title"/>
          </p:nvPr>
        </p:nvSpPr>
        <p:spPr>
          <a:xfrm>
            <a:off x="1041307" y="1436015"/>
            <a:ext cx="10404300" cy="36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Cambria"/>
              <a:buNone/>
            </a:pPr>
            <a:r>
              <a:rPr lang="en-IN" sz="2800" b="1" u="none" strike="noStrike" dirty="0">
                <a:solidFill>
                  <a:schemeClr val="dk1"/>
                </a:solidFill>
                <a:latin typeface="Cambria"/>
                <a:ea typeface="Cambria"/>
                <a:cs typeface="Cambria"/>
                <a:sym typeface="Cambria"/>
              </a:rPr>
              <a:t> Problem Statement 1</a:t>
            </a:r>
            <a:endParaRPr sz="2800" b="0" u="none" strike="noStrike" dirty="0">
              <a:solidFill>
                <a:srgbClr val="000000"/>
              </a:solidFill>
              <a:latin typeface="Arial"/>
              <a:ea typeface="Arial"/>
              <a:cs typeface="Arial"/>
              <a:sym typeface="Arial"/>
            </a:endParaRPr>
          </a:p>
        </p:txBody>
      </p:sp>
      <p:sp>
        <p:nvSpPr>
          <p:cNvPr id="172" name="Google Shape;172;p11"/>
          <p:cNvSpPr/>
          <p:nvPr/>
        </p:nvSpPr>
        <p:spPr>
          <a:xfrm>
            <a:off x="4935153" y="2054351"/>
            <a:ext cx="6237000" cy="317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IN" sz="1984" b="1" u="none" strike="noStrike">
                <a:solidFill>
                  <a:schemeClr val="dk1"/>
                </a:solidFill>
                <a:latin typeface="Cambria"/>
                <a:ea typeface="Cambria"/>
                <a:cs typeface="Cambria"/>
                <a:sym typeface="Cambria"/>
              </a:rPr>
              <a:t>Problem Statement Path:</a:t>
            </a:r>
            <a:endParaRPr sz="1984" b="0" u="none" strike="noStrik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1984" b="0" u="none" strike="noStrike">
                <a:solidFill>
                  <a:schemeClr val="dk1"/>
                </a:solidFill>
                <a:latin typeface="Cambria"/>
                <a:ea typeface="Cambria"/>
                <a:cs typeface="Cambria"/>
                <a:sym typeface="Cambria"/>
              </a:rPr>
              <a:t>Competitive Coding</a:t>
            </a:r>
            <a:endParaRPr sz="1984" b="0" u="none" strike="noStrik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1984" b="0" u="none" strike="noStrike">
                <a:solidFill>
                  <a:schemeClr val="dk1"/>
                </a:solidFill>
                <a:latin typeface="Cambria"/>
                <a:ea typeface="Cambria"/>
                <a:cs typeface="Cambria"/>
                <a:sym typeface="Cambria"/>
              </a:rPr>
              <a:t>Linked List </a:t>
            </a:r>
            <a:endParaRPr sz="1984" b="0" u="none" strike="noStrik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1984" b="0" u="none" strike="noStrike">
                <a:solidFill>
                  <a:schemeClr val="dk1"/>
                </a:solidFill>
                <a:latin typeface="Cambria"/>
                <a:ea typeface="Cambria"/>
                <a:cs typeface="Cambria"/>
                <a:sym typeface="Cambria"/>
              </a:rPr>
              <a:t>Reverse Linked List</a:t>
            </a:r>
            <a:endParaRPr sz="1984" b="0" u="none" strike="noStrik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endParaRPr sz="1984" b="0" u="none" strike="noStrik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1984" b="0" u="none" strike="noStrike">
                <a:solidFill>
                  <a:schemeClr val="dk1"/>
                </a:solidFill>
                <a:latin typeface="Cambria"/>
                <a:ea typeface="Cambria"/>
                <a:cs typeface="Cambria"/>
                <a:sym typeface="Cambria"/>
              </a:rPr>
              <a:t>Link :</a:t>
            </a:r>
            <a:r>
              <a:rPr lang="en-IN" sz="1984" b="0" u="sng" strike="noStrike">
                <a:solidFill>
                  <a:schemeClr val="dk1"/>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https://leetcode.com/problems/reverse-linked-list/description/</a:t>
            </a:r>
            <a:r>
              <a:rPr lang="en-IN" sz="1984" b="0" u="none" strike="noStrike">
                <a:solidFill>
                  <a:schemeClr val="dk1"/>
                </a:solidFill>
                <a:latin typeface="Cambria"/>
                <a:ea typeface="Cambria"/>
                <a:cs typeface="Cambria"/>
                <a:sym typeface="Cambria"/>
              </a:rPr>
              <a:t>	</a:t>
            </a:r>
            <a:endParaRPr sz="1984" b="0" u="none" strike="noStrike">
              <a:solidFill>
                <a:srgbClr val="000000"/>
              </a:solidFill>
              <a:latin typeface="Arial"/>
              <a:ea typeface="Arial"/>
              <a:cs typeface="Arial"/>
              <a:sym typeface="Arial"/>
            </a:endParaRPr>
          </a:p>
        </p:txBody>
      </p:sp>
      <p:pic>
        <p:nvPicPr>
          <p:cNvPr id="173" name="Google Shape;173;p11"/>
          <p:cNvPicPr preferRelativeResize="0"/>
          <p:nvPr/>
        </p:nvPicPr>
        <p:blipFill rotWithShape="1">
          <a:blip r:embed="rId4">
            <a:alphaModFix/>
          </a:blip>
          <a:srcRect/>
          <a:stretch/>
        </p:blipFill>
        <p:spPr>
          <a:xfrm>
            <a:off x="1162825" y="1904600"/>
            <a:ext cx="3649074" cy="4613975"/>
          </a:xfrm>
          <a:prstGeom prst="rect">
            <a:avLst/>
          </a:prstGeom>
          <a:noFill/>
          <a:ln>
            <a:noFill/>
          </a:ln>
        </p:spPr>
      </p:pic>
      <p:sp>
        <p:nvSpPr>
          <p:cNvPr id="174" name="Google Shape;174;p11"/>
          <p:cNvSpPr txBox="1">
            <a:spLocks noGrp="1"/>
          </p:cNvSpPr>
          <p:nvPr>
            <p:ph type="title"/>
          </p:nvPr>
        </p:nvSpPr>
        <p:spPr>
          <a:xfrm>
            <a:off x="838080" y="365040"/>
            <a:ext cx="10515300" cy="1325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dirty="0">
                <a:solidFill>
                  <a:schemeClr val="dk1"/>
                </a:solidFill>
                <a:latin typeface="Cambria"/>
                <a:ea typeface="Cambria"/>
                <a:cs typeface="Cambria"/>
                <a:sym typeface="Cambria"/>
              </a:rPr>
              <a:t>Practice Exercises</a:t>
            </a:r>
            <a:endParaRPr sz="4000" b="0" u="none" strike="noStrike" dirty="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DB57975E-1743-C3B8-707B-17B6DBDA7694}"/>
            </a:ext>
          </a:extLst>
        </p:cNvPr>
        <p:cNvGrpSpPr/>
        <p:nvPr/>
      </p:nvGrpSpPr>
      <p:grpSpPr>
        <a:xfrm>
          <a:off x="0" y="0"/>
          <a:ext cx="0" cy="0"/>
          <a:chOff x="0" y="0"/>
          <a:chExt cx="0" cy="0"/>
        </a:xfrm>
      </p:grpSpPr>
      <p:sp>
        <p:nvSpPr>
          <p:cNvPr id="171" name="Google Shape;171;p11">
            <a:extLst>
              <a:ext uri="{FF2B5EF4-FFF2-40B4-BE49-F238E27FC236}">
                <a16:creationId xmlns:a16="http://schemas.microsoft.com/office/drawing/2014/main" id="{701A3F1F-9069-3925-85FE-63E233422FDC}"/>
              </a:ext>
            </a:extLst>
          </p:cNvPr>
          <p:cNvSpPr txBox="1">
            <a:spLocks noGrp="1"/>
          </p:cNvSpPr>
          <p:nvPr>
            <p:ph type="title"/>
          </p:nvPr>
        </p:nvSpPr>
        <p:spPr>
          <a:xfrm>
            <a:off x="1041307" y="1436015"/>
            <a:ext cx="10404300" cy="36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Cambria"/>
              <a:buNone/>
            </a:pPr>
            <a:r>
              <a:rPr lang="en-IN" sz="2800" b="1" u="none" strike="noStrike" dirty="0">
                <a:solidFill>
                  <a:schemeClr val="dk1"/>
                </a:solidFill>
                <a:latin typeface="Cambria"/>
                <a:ea typeface="Cambria"/>
                <a:cs typeface="Cambria"/>
                <a:sym typeface="Cambria"/>
              </a:rPr>
              <a:t> Problem Statement 2</a:t>
            </a:r>
            <a:endParaRPr sz="2800" b="0" u="none" strike="noStrike" dirty="0">
              <a:solidFill>
                <a:srgbClr val="000000"/>
              </a:solidFill>
              <a:latin typeface="Arial"/>
              <a:ea typeface="Arial"/>
              <a:cs typeface="Arial"/>
              <a:sym typeface="Arial"/>
            </a:endParaRPr>
          </a:p>
        </p:txBody>
      </p:sp>
      <p:sp>
        <p:nvSpPr>
          <p:cNvPr id="174" name="Google Shape;174;p11">
            <a:extLst>
              <a:ext uri="{FF2B5EF4-FFF2-40B4-BE49-F238E27FC236}">
                <a16:creationId xmlns:a16="http://schemas.microsoft.com/office/drawing/2014/main" id="{185325F3-BC66-8338-8944-E83A25E23E2B}"/>
              </a:ext>
            </a:extLst>
          </p:cNvPr>
          <p:cNvSpPr txBox="1">
            <a:spLocks noGrp="1"/>
          </p:cNvSpPr>
          <p:nvPr>
            <p:ph type="title"/>
          </p:nvPr>
        </p:nvSpPr>
        <p:spPr>
          <a:xfrm>
            <a:off x="838080" y="365040"/>
            <a:ext cx="10515300" cy="1325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dirty="0">
                <a:solidFill>
                  <a:schemeClr val="dk1"/>
                </a:solidFill>
                <a:latin typeface="Cambria"/>
                <a:ea typeface="Cambria"/>
                <a:cs typeface="Cambria"/>
                <a:sym typeface="Cambria"/>
              </a:rPr>
              <a:t>Practice Exercises</a:t>
            </a:r>
            <a:endParaRPr sz="4000" b="0" u="none" strike="noStrike" dirty="0">
              <a:solidFill>
                <a:schemeClr val="dk1"/>
              </a:solidFill>
              <a:latin typeface="Calibri"/>
              <a:ea typeface="Calibri"/>
              <a:cs typeface="Calibri"/>
              <a:sym typeface="Calibri"/>
            </a:endParaRPr>
          </a:p>
        </p:txBody>
      </p:sp>
      <p:sp>
        <p:nvSpPr>
          <p:cNvPr id="2" name="Google Shape;181;p12">
            <a:extLst>
              <a:ext uri="{FF2B5EF4-FFF2-40B4-BE49-F238E27FC236}">
                <a16:creationId xmlns:a16="http://schemas.microsoft.com/office/drawing/2014/main" id="{E4190835-7794-5020-DB99-839EE790FB7E}"/>
              </a:ext>
            </a:extLst>
          </p:cNvPr>
          <p:cNvSpPr/>
          <p:nvPr/>
        </p:nvSpPr>
        <p:spPr>
          <a:xfrm>
            <a:off x="6784258" y="1921943"/>
            <a:ext cx="5002790" cy="4522861"/>
          </a:xfrm>
          <a:prstGeom prst="rect">
            <a:avLst/>
          </a:prstGeom>
          <a:noFill/>
          <a:ln>
            <a:noFill/>
          </a:ln>
        </p:spPr>
        <p:txBody>
          <a:bodyPr spcFirstLastPara="1" wrap="square" lIns="90000" tIns="45000" rIns="90000" bIns="45000" anchor="t" anchorCtr="0">
            <a:spAutoFit/>
          </a:bodyPr>
          <a:lstStyle/>
          <a:p>
            <a:pPr marL="0" marR="0" lvl="0" indent="0" algn="l" rtl="0">
              <a:lnSpc>
                <a:spcPct val="150000"/>
              </a:lnSpc>
              <a:spcBef>
                <a:spcPts val="0"/>
              </a:spcBef>
              <a:spcAft>
                <a:spcPts val="0"/>
              </a:spcAft>
              <a:buNone/>
            </a:pPr>
            <a:r>
              <a:rPr lang="en-IN" sz="2400" b="1" u="none" strike="noStrike" dirty="0">
                <a:solidFill>
                  <a:schemeClr val="dk1"/>
                </a:solidFill>
                <a:latin typeface="Cambria"/>
                <a:ea typeface="Cambria"/>
                <a:cs typeface="Cambria"/>
                <a:sym typeface="Cambria"/>
              </a:rPr>
              <a:t>Problem Statement Path:</a:t>
            </a:r>
            <a:endParaRPr sz="2400" b="0" u="none" strike="noStrike" dirty="0">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Competitive Coding</a:t>
            </a:r>
            <a:endParaRPr sz="2400" b="0" u="none" strike="noStrike" dirty="0">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Linked List </a:t>
            </a:r>
            <a:endParaRPr sz="2400" b="0" u="none" strike="noStrike" dirty="0">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Linked List Cycle</a:t>
            </a:r>
            <a:endParaRPr sz="2400" b="0" u="none" strike="noStrike" dirty="0">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endParaRPr sz="2400" b="0" u="none" strike="noStrike" dirty="0">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Link:</a:t>
            </a:r>
            <a:r>
              <a:rPr lang="en-IN" sz="2400" b="0" u="sng" strike="noStrike" dirty="0">
                <a:solidFill>
                  <a:srgbClr val="0563C1"/>
                </a:solidFill>
                <a:latin typeface="Cambria"/>
                <a:ea typeface="Cambria"/>
                <a:cs typeface="Cambria"/>
                <a:sym typeface="Cambria"/>
              </a:rPr>
              <a:t> https://leetcode.com/problems/linked-list-cycle/description/</a:t>
            </a:r>
            <a:endParaRPr sz="2400" b="0" u="none" strike="noStrike" dirty="0">
              <a:solidFill>
                <a:srgbClr val="000000"/>
              </a:solidFill>
              <a:latin typeface="Arial"/>
              <a:ea typeface="Arial"/>
              <a:cs typeface="Arial"/>
              <a:sym typeface="Arial"/>
            </a:endParaRPr>
          </a:p>
        </p:txBody>
      </p:sp>
      <p:pic>
        <p:nvPicPr>
          <p:cNvPr id="3" name="Google Shape;182;p12">
            <a:extLst>
              <a:ext uri="{FF2B5EF4-FFF2-40B4-BE49-F238E27FC236}">
                <a16:creationId xmlns:a16="http://schemas.microsoft.com/office/drawing/2014/main" id="{913E4B92-308D-90C5-5DA0-922DF1ED29B6}"/>
              </a:ext>
            </a:extLst>
          </p:cNvPr>
          <p:cNvPicPr preferRelativeResize="0"/>
          <p:nvPr/>
        </p:nvPicPr>
        <p:blipFill rotWithShape="1">
          <a:blip r:embed="rId3">
            <a:alphaModFix/>
          </a:blip>
          <a:srcRect/>
          <a:stretch/>
        </p:blipFill>
        <p:spPr>
          <a:xfrm>
            <a:off x="1228025" y="2104103"/>
            <a:ext cx="5134358" cy="4462330"/>
          </a:xfrm>
          <a:prstGeom prst="rect">
            <a:avLst/>
          </a:prstGeom>
          <a:noFill/>
          <a:ln>
            <a:noFill/>
          </a:ln>
        </p:spPr>
      </p:pic>
    </p:spTree>
    <p:extLst>
      <p:ext uri="{BB962C8B-B14F-4D97-AF65-F5344CB8AC3E}">
        <p14:creationId xmlns:p14="http://schemas.microsoft.com/office/powerpoint/2010/main" val="3372779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AFE2BB84-F6B0-C39B-C8F0-2F8147BAA2AB}"/>
            </a:ext>
          </a:extLst>
        </p:cNvPr>
        <p:cNvGrpSpPr/>
        <p:nvPr/>
      </p:nvGrpSpPr>
      <p:grpSpPr>
        <a:xfrm>
          <a:off x="0" y="0"/>
          <a:ext cx="0" cy="0"/>
          <a:chOff x="0" y="0"/>
          <a:chExt cx="0" cy="0"/>
        </a:xfrm>
      </p:grpSpPr>
      <p:sp>
        <p:nvSpPr>
          <p:cNvPr id="171" name="Google Shape;171;p11">
            <a:extLst>
              <a:ext uri="{FF2B5EF4-FFF2-40B4-BE49-F238E27FC236}">
                <a16:creationId xmlns:a16="http://schemas.microsoft.com/office/drawing/2014/main" id="{C7153160-07CD-E88E-4902-6B0F14ACA104}"/>
              </a:ext>
            </a:extLst>
          </p:cNvPr>
          <p:cNvSpPr txBox="1">
            <a:spLocks noGrp="1"/>
          </p:cNvSpPr>
          <p:nvPr>
            <p:ph type="title"/>
          </p:nvPr>
        </p:nvSpPr>
        <p:spPr>
          <a:xfrm>
            <a:off x="1041307" y="1436015"/>
            <a:ext cx="10404300" cy="36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Cambria"/>
              <a:buNone/>
            </a:pPr>
            <a:r>
              <a:rPr lang="en-IN" sz="2800" b="1" u="none" strike="noStrike" dirty="0">
                <a:solidFill>
                  <a:schemeClr val="dk1"/>
                </a:solidFill>
                <a:latin typeface="Cambria"/>
                <a:ea typeface="Cambria"/>
                <a:cs typeface="Cambria"/>
                <a:sym typeface="Cambria"/>
              </a:rPr>
              <a:t> Problem Statement </a:t>
            </a:r>
            <a:r>
              <a:rPr lang="en-IN" sz="2800" b="1" dirty="0">
                <a:solidFill>
                  <a:schemeClr val="dk1"/>
                </a:solidFill>
                <a:latin typeface="Cambria"/>
                <a:ea typeface="Cambria"/>
                <a:cs typeface="Cambria"/>
                <a:sym typeface="Cambria"/>
              </a:rPr>
              <a:t>3</a:t>
            </a:r>
            <a:endParaRPr sz="2800" b="0" u="none" strike="noStrike" dirty="0">
              <a:solidFill>
                <a:srgbClr val="000000"/>
              </a:solidFill>
              <a:latin typeface="Arial"/>
              <a:ea typeface="Arial"/>
              <a:cs typeface="Arial"/>
              <a:sym typeface="Arial"/>
            </a:endParaRPr>
          </a:p>
        </p:txBody>
      </p:sp>
      <p:sp>
        <p:nvSpPr>
          <p:cNvPr id="174" name="Google Shape;174;p11">
            <a:extLst>
              <a:ext uri="{FF2B5EF4-FFF2-40B4-BE49-F238E27FC236}">
                <a16:creationId xmlns:a16="http://schemas.microsoft.com/office/drawing/2014/main" id="{E1523CD8-5DA8-BEE6-1D73-D8C8F0B59901}"/>
              </a:ext>
            </a:extLst>
          </p:cNvPr>
          <p:cNvSpPr txBox="1">
            <a:spLocks noGrp="1"/>
          </p:cNvSpPr>
          <p:nvPr>
            <p:ph type="title"/>
          </p:nvPr>
        </p:nvSpPr>
        <p:spPr>
          <a:xfrm>
            <a:off x="838080" y="365040"/>
            <a:ext cx="10515300" cy="1325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mbria"/>
              <a:buNone/>
            </a:pPr>
            <a:r>
              <a:rPr lang="en-IN" sz="4000" b="1" dirty="0">
                <a:solidFill>
                  <a:schemeClr val="dk1"/>
                </a:solidFill>
                <a:latin typeface="Cambria"/>
                <a:ea typeface="Cambria"/>
                <a:cs typeface="Cambria"/>
                <a:sym typeface="Cambria"/>
              </a:rPr>
              <a:t>Practice Exercises</a:t>
            </a:r>
            <a:endParaRPr sz="4000" b="0" u="none" strike="noStrike" dirty="0">
              <a:solidFill>
                <a:schemeClr val="dk1"/>
              </a:solidFill>
              <a:latin typeface="Calibri"/>
              <a:ea typeface="Calibri"/>
              <a:cs typeface="Calibri"/>
              <a:sym typeface="Calibri"/>
            </a:endParaRPr>
          </a:p>
        </p:txBody>
      </p:sp>
      <p:sp>
        <p:nvSpPr>
          <p:cNvPr id="188" name="Google Shape;188;p13"/>
          <p:cNvSpPr/>
          <p:nvPr/>
        </p:nvSpPr>
        <p:spPr>
          <a:xfrm>
            <a:off x="7094875" y="1602294"/>
            <a:ext cx="5033520" cy="5076859"/>
          </a:xfrm>
          <a:prstGeom prst="rect">
            <a:avLst/>
          </a:prstGeom>
          <a:noFill/>
          <a:ln>
            <a:noFill/>
          </a:ln>
        </p:spPr>
        <p:txBody>
          <a:bodyPr spcFirstLastPara="1" wrap="square" lIns="90000" tIns="45000" rIns="90000" bIns="45000" anchor="t" anchorCtr="0">
            <a:spAutoFit/>
          </a:bodyPr>
          <a:lstStyle/>
          <a:p>
            <a:pPr marL="0" marR="0" lvl="0" indent="0" algn="just" rtl="0">
              <a:lnSpc>
                <a:spcPct val="150000"/>
              </a:lnSpc>
              <a:spcBef>
                <a:spcPts val="0"/>
              </a:spcBef>
              <a:spcAft>
                <a:spcPts val="0"/>
              </a:spcAft>
              <a:buNone/>
            </a:pPr>
            <a:r>
              <a:rPr lang="en-IN" sz="2400" b="1" u="none" strike="noStrike" dirty="0">
                <a:solidFill>
                  <a:schemeClr val="dk1"/>
                </a:solidFill>
                <a:latin typeface="Cambria"/>
                <a:ea typeface="Cambria"/>
                <a:cs typeface="Cambria"/>
                <a:sym typeface="Cambria"/>
              </a:rPr>
              <a:t>Problem Statement Path:</a:t>
            </a:r>
            <a:endParaRPr sz="2400" b="0" u="none" strike="noStrik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Competitive Coding</a:t>
            </a:r>
            <a:endParaRPr sz="2400" b="0" u="none" strike="noStrik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Linked List </a:t>
            </a:r>
            <a:endParaRPr sz="2400" b="0" u="none" strike="noStrik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Remove Linked List Elements</a:t>
            </a:r>
            <a:endParaRPr sz="2400" b="0" u="none" strike="noStrik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2400" b="0" u="none" strike="noStrik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r>
              <a:rPr lang="en-IN" sz="2400" b="0" u="none" strike="noStrike" dirty="0">
                <a:solidFill>
                  <a:schemeClr val="dk1"/>
                </a:solidFill>
                <a:latin typeface="Cambria"/>
                <a:ea typeface="Cambria"/>
                <a:cs typeface="Cambria"/>
                <a:sym typeface="Cambria"/>
              </a:rPr>
              <a:t>Link: https://leetcode.com/problems/remove-linked-list-elements/description/</a:t>
            </a:r>
            <a:endParaRPr sz="2400" b="0" u="none" strike="noStrike" dirty="0">
              <a:solidFill>
                <a:srgbClr val="000000"/>
              </a:solidFill>
              <a:latin typeface="Arial"/>
              <a:ea typeface="Arial"/>
              <a:cs typeface="Arial"/>
              <a:sym typeface="Arial"/>
            </a:endParaRPr>
          </a:p>
        </p:txBody>
      </p:sp>
      <p:pic>
        <p:nvPicPr>
          <p:cNvPr id="189" name="Google Shape;189;p13"/>
          <p:cNvPicPr preferRelativeResize="0"/>
          <p:nvPr/>
        </p:nvPicPr>
        <p:blipFill rotWithShape="1">
          <a:blip r:embed="rId3">
            <a:alphaModFix/>
          </a:blip>
          <a:srcRect/>
          <a:stretch/>
        </p:blipFill>
        <p:spPr>
          <a:xfrm>
            <a:off x="1122227" y="2038175"/>
            <a:ext cx="5958262" cy="4205098"/>
          </a:xfrm>
          <a:prstGeom prst="rect">
            <a:avLst/>
          </a:prstGeom>
          <a:noFill/>
          <a:ln>
            <a:noFill/>
          </a:ln>
        </p:spPr>
      </p:pic>
    </p:spTree>
    <p:extLst>
      <p:ext uri="{BB962C8B-B14F-4D97-AF65-F5344CB8AC3E}">
        <p14:creationId xmlns:p14="http://schemas.microsoft.com/office/powerpoint/2010/main" val="421346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0"/>
          <p:cNvSpPr txBox="1">
            <a:spLocks noGrp="1"/>
          </p:cNvSpPr>
          <p:nvPr>
            <p:ph type="title"/>
          </p:nvPr>
        </p:nvSpPr>
        <p:spPr>
          <a:xfrm>
            <a:off x="1523880" y="2026800"/>
            <a:ext cx="9143640" cy="238716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7000"/>
              <a:buFont typeface="Cambria"/>
              <a:buNone/>
            </a:pPr>
            <a:r>
              <a:rPr lang="en-IN" sz="7000" b="1" u="none" strike="noStrike">
                <a:solidFill>
                  <a:schemeClr val="dk1"/>
                </a:solidFill>
                <a:latin typeface="Cambria"/>
                <a:ea typeface="Cambria"/>
                <a:cs typeface="Cambria"/>
                <a:sym typeface="Cambria"/>
              </a:rPr>
              <a:t>Thanks</a:t>
            </a:r>
            <a:endParaRPr sz="7000" b="0" u="none" strike="noStrike">
              <a:solidFill>
                <a:schemeClr val="dk1"/>
              </a:solidFill>
              <a:latin typeface="Calibri"/>
              <a:ea typeface="Calibri"/>
              <a:cs typeface="Calibri"/>
              <a:sym typeface="Calibri"/>
            </a:endParaRPr>
          </a:p>
        </p:txBody>
      </p:sp>
      <p:sp>
        <p:nvSpPr>
          <p:cNvPr id="244" name="Google Shape;244;p20"/>
          <p:cNvSpPr/>
          <p:nvPr/>
        </p:nvSpPr>
        <p:spPr>
          <a:xfrm>
            <a:off x="3070800" y="1514520"/>
            <a:ext cx="6050160" cy="1517400"/>
          </a:xfrm>
          <a:custGeom>
            <a:avLst/>
            <a:gdLst/>
            <a:ahLst/>
            <a:cxnLst/>
            <a:rect l="l" t="t" r="r" b="b"/>
            <a:pathLst>
              <a:path w="6050518" h="1517789" extrusionOk="0">
                <a:moveTo>
                  <a:pt x="0" y="0"/>
                </a:moveTo>
                <a:lnTo>
                  <a:pt x="6050518" y="0"/>
                </a:lnTo>
                <a:lnTo>
                  <a:pt x="6050518" y="1517788"/>
                </a:lnTo>
                <a:lnTo>
                  <a:pt x="0" y="1517788"/>
                </a:lnTo>
                <a:lnTo>
                  <a:pt x="0" y="0"/>
                </a:lnTo>
                <a:close/>
              </a:path>
            </a:pathLst>
          </a:cu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493</Words>
  <Application>Microsoft Office PowerPoint</Application>
  <PresentationFormat>Widescreen</PresentationFormat>
  <Paragraphs>73</Paragraphs>
  <Slides>15</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Cambria</vt:lpstr>
      <vt:lpstr>Times New Roman</vt:lpstr>
      <vt:lpstr>Office Theme</vt:lpstr>
      <vt:lpstr>Office Theme</vt:lpstr>
      <vt:lpstr>Practical 8</vt:lpstr>
      <vt:lpstr>PowerPoint Presentation</vt:lpstr>
      <vt:lpstr>Problem Statement: </vt:lpstr>
      <vt:lpstr>Concept</vt:lpstr>
      <vt:lpstr>Algorithm/Logic</vt:lpstr>
      <vt:lpstr>Visualization</vt:lpstr>
      <vt:lpstr>Code Implementation</vt:lpstr>
      <vt:lpstr>Code Implementation</vt:lpstr>
      <vt:lpstr>Output :</vt:lpstr>
      <vt:lpstr>Time &amp; Space Complexity</vt:lpstr>
      <vt:lpstr>Summary</vt:lpstr>
      <vt:lpstr> Problem Statement 1</vt:lpstr>
      <vt:lpstr> Problem Statement 2</vt:lpstr>
      <vt:lpstr> Problem Statement 3</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Prakash K. P.</dc:creator>
  <cp:lastModifiedBy>Prakash K. P.</cp:lastModifiedBy>
  <cp:revision>3</cp:revision>
  <dcterms:created xsi:type="dcterms:W3CDTF">2025-10-28T09:21:51Z</dcterms:created>
  <dcterms:modified xsi:type="dcterms:W3CDTF">2025-11-02T10:29:58Z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18</vt:i4>
  </property>
</Properties>
</file>