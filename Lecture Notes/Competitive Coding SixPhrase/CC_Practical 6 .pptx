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75" r:id="rId16"/>
    <p:sldId id="276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nZW8axVGmuLanbrG6qYTqKQ4y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490926-3899-4E34-841E-12D7C6B7C903}">
  <a:tblStyle styleId="{FE490926-3899-4E34-841E-12D7C6B7C9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de8779f0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39de8779f0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de8779f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39de8779f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e8779f0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g39de8779f0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1CF76C2C-A45E-9B59-74A4-2B48B718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>
            <a:extLst>
              <a:ext uri="{FF2B5EF4-FFF2-40B4-BE49-F238E27FC236}">
                <a16:creationId xmlns:a16="http://schemas.microsoft.com/office/drawing/2014/main" id="{8DCB315A-073D-E31E-C2DB-19B0B8397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13:notes">
            <a:extLst>
              <a:ext uri="{FF2B5EF4-FFF2-40B4-BE49-F238E27FC236}">
                <a16:creationId xmlns:a16="http://schemas.microsoft.com/office/drawing/2014/main" id="{B3028017-BC66-21AD-E3D6-576DA8384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0275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8916BF7-BD41-D59E-8B64-F5590EBA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>
            <a:extLst>
              <a:ext uri="{FF2B5EF4-FFF2-40B4-BE49-F238E27FC236}">
                <a16:creationId xmlns:a16="http://schemas.microsoft.com/office/drawing/2014/main" id="{222350A3-EED0-864D-ED46-0FFD23B05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13:notes">
            <a:extLst>
              <a:ext uri="{FF2B5EF4-FFF2-40B4-BE49-F238E27FC236}">
                <a16:creationId xmlns:a16="http://schemas.microsoft.com/office/drawing/2014/main" id="{3BA83342-3830-F32E-ED2D-B3B6F7E53C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341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third-maximum-numbe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kth-largest-element-in-an-array/?utm_source=chatgpt.c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maximum-product-of-three-number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6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Product of Three Largest Distinct Elements Using Priority Queue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4" b="-5642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{FE490926-3899-4E34-841E-12D7C6B7C903}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619678"/>
          <a:ext cx="9059450" cy="975360"/>
        </p:xfrm>
        <a:graphic>
          <a:graphicData uri="http://schemas.openxmlformats.org/drawingml/2006/table">
            <a:tbl>
              <a:tblPr>
                <a:noFill/>
                <a:tableStyleId>{FE490926-3899-4E34-841E-12D7C6B7C903}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Product of Three Largest Distinct Elements Using Priority Queue</a:t>
                      </a:r>
                      <a:endParaRPr sz="1800" b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769300"/>
          <a:ext cx="9039450" cy="2301240"/>
        </p:xfrm>
        <a:graphic>
          <a:graphicData uri="http://schemas.openxmlformats.org/drawingml/2006/table">
            <a:tbl>
              <a:tblPr>
                <a:noFill/>
                <a:tableStyleId>{FE490926-3899-4E34-841E-12D7C6B7C903}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Identify and extract the three largest unique elements from an array using a max-heap (priority queue).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insertion, extraction, and duplicate handling for O(n log n) efficiency.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Compute products of top elements while ensuring distinctness to avoid errors in real-world data.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Apply priority queues to top-k problems, boosting speed in interviews and contests.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942106"/>
            <a:ext cx="10042966" cy="19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Write a Program for finding the Product of the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three largest Distinct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Elements. Use a Priority Queue to efficiently find and remove the largest elements.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8" name="Google Shape;108;p4"/>
          <p:cNvSpPr txBox="1"/>
          <p:nvPr/>
        </p:nvSpPr>
        <p:spPr>
          <a:xfrm>
            <a:off x="838200" y="1738454"/>
            <a:ext cx="10029600" cy="4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Priority Queue is a data structure where each element has a priority — the highest-priority element is served first.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can be implemented as a Heap: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Min-Heap → smallest element at top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Max-Heap → largest element at top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use it here?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 find the 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 largest distinct elements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sorting takes O(n log n).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Priority Queue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can do it faster: O(n log k) for k = 3 → practically O(n).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Distinct Elements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must ensure all elements are unique before finding the top 3.</a:t>
            </a:r>
            <a:b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Use a 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set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remove duplicates.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de8779f0d_0_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g39de8779f0d_0_3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g39de8779f0d_0_3"/>
          <p:cNvSpPr txBox="1"/>
          <p:nvPr/>
        </p:nvSpPr>
        <p:spPr>
          <a:xfrm>
            <a:off x="838200" y="1894825"/>
            <a:ext cx="91533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Prerequisites: </a:t>
            </a:r>
            <a:endParaRPr sz="2400" b="1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19100" lvl="8" indent="-342900">
              <a:buSzPts val="2400"/>
              <a:buFont typeface="Arial" panose="020B0604020202020204" pitchFamily="34" charset="0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Arrays from basics; 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19100" lvl="8" indent="-342900">
              <a:buSzPts val="2400"/>
              <a:buFont typeface="Arial" panose="020B0604020202020204" pitchFamily="34" charset="0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Queues from Q4; 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19100" lvl="8" indent="-342900">
              <a:buSzPts val="2400"/>
              <a:buFont typeface="Arial" panose="020B0604020202020204" pitchFamily="34" charset="0"/>
              <a:buChar char="•"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Understand heap property (parent &gt; children).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High-Level Approach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Read array and 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 all elements to max-heap priority_queue.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 largest, add to result list; use set to skip if duplicate.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Repeat for 3 unique; if &lt;3, return error.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Compute product of the three.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de8779f0d_0_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g39de8779f0d_0_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Input: An array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arr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of integers.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Remove duplicates using a set → ensures only distinct elements.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Create a Max-Heap: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495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Since Python’s </a:t>
            </a:r>
            <a:r>
              <a:rPr lang="en-IN" i="1" dirty="0" err="1">
                <a:latin typeface="Cambria"/>
                <a:ea typeface="Cambria"/>
                <a:cs typeface="Cambria"/>
                <a:sym typeface="Cambria"/>
              </a:rPr>
              <a:t>heapq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 is a min-heap, insert negative values to simulate a max-heap.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Extract top 3 elements by popping the heap 3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times.Compute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product of those 3 numbers.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Return / print the result.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39de8779f0d_0_9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6" name="Google Shape;136;p6"/>
          <p:cNvSpPr txBox="1"/>
          <p:nvPr/>
        </p:nvSpPr>
        <p:spPr>
          <a:xfrm>
            <a:off x="838196" y="1380529"/>
            <a:ext cx="45756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Example Input:</a:t>
            </a:r>
            <a:b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 dirty="0" err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arr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= [4, 7, 2, 7, 5, 9, 9]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1: Remove duplicates</a:t>
            </a:r>
            <a:b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{2, 4, 5, 7, 9}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3: Extract Top 3 → 9, 7, 5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4: Product = 9 × 7 × 5 = 315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  <a:biLevel thresh="75000"/>
          </a:blip>
          <a:srcRect/>
          <a:stretch/>
        </p:blipFill>
        <p:spPr>
          <a:xfrm>
            <a:off x="6278545" y="1337418"/>
            <a:ext cx="3494650" cy="2991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6"/>
          <p:cNvGraphicFramePr/>
          <p:nvPr/>
        </p:nvGraphicFramePr>
        <p:xfrm>
          <a:off x="892546" y="4649426"/>
          <a:ext cx="10515600" cy="1828840"/>
        </p:xfrm>
        <a:graphic>
          <a:graphicData uri="http://schemas.openxmlformats.org/drawingml/2006/table">
            <a:tbl>
              <a:tblPr>
                <a:noFill/>
                <a:tableStyleId>{FE490926-3899-4E34-841E-12D7C6B7C903}</a:tableStyleId>
              </a:tblPr>
              <a:tblGrid>
                <a:gridCol w="248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Heap (max-heap view)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Extracted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Product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[9, 7, 5, 4, 2]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[7, 4, 5, 2]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63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 4, 2]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315</a:t>
                      </a:r>
                      <a:endParaRPr sz="2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127;g39de8779f0d_0_9">
            <a:extLst>
              <a:ext uri="{FF2B5EF4-FFF2-40B4-BE49-F238E27FC236}">
                <a16:creationId xmlns:a16="http://schemas.microsoft.com/office/drawing/2014/main" id="{59D1AB02-58E6-89E9-890B-E4BAD54255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317A8-C537-6EB3-C5E5-6899056422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825"/>
          <a:stretch>
            <a:fillRect/>
          </a:stretch>
        </p:blipFill>
        <p:spPr>
          <a:xfrm>
            <a:off x="1037903" y="1690688"/>
            <a:ext cx="10707594" cy="4271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de8779f0d_0_22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943E58-D59B-B783-B0B3-FA0A53950D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779"/>
          <a:stretch>
            <a:fillRect/>
          </a:stretch>
        </p:blipFill>
        <p:spPr>
          <a:xfrm>
            <a:off x="1017505" y="1622322"/>
            <a:ext cx="10707594" cy="1513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l">
              <a:lnSpc>
                <a:spcPct val="90000"/>
              </a:lnSpc>
              <a:buSzPts val="4000"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991483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F01-F001-E012-4271-64090A2F6879}"/>
              </a:ext>
            </a:extLst>
          </p:cNvPr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1DF5-972B-1D27-EE5A-022B406632E1}"/>
              </a:ext>
            </a:extLst>
          </p:cNvPr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Array: [10, 3, 5, 6, 20]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 of 3 largest distinct elements: 1200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Complexity Analysis</a:t>
            </a:r>
          </a:p>
        </p:txBody>
      </p:sp>
      <p:graphicFrame>
        <p:nvGraphicFramePr>
          <p:cNvPr id="159" name="Google Shape;159;p11"/>
          <p:cNvGraphicFramePr/>
          <p:nvPr>
            <p:extLst>
              <p:ext uri="{D42A27DB-BD31-4B8C-83A1-F6EECF244321}">
                <p14:modId xmlns:p14="http://schemas.microsoft.com/office/powerpoint/2010/main" val="2697916652"/>
              </p:ext>
            </p:extLst>
          </p:nvPr>
        </p:nvGraphicFramePr>
        <p:xfrm>
          <a:off x="924570" y="2055946"/>
          <a:ext cx="10611300" cy="1737390"/>
        </p:xfrm>
        <a:graphic>
          <a:graphicData uri="http://schemas.openxmlformats.org/drawingml/2006/table">
            <a:tbl>
              <a:tblPr>
                <a:noFill/>
                <a:tableStyleId>{FE490926-3899-4E34-841E-12D7C6B7C903}</a:tableStyleId>
              </a:tblPr>
              <a:tblGrid>
                <a:gridCol w="20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Aspect</a:t>
                      </a:r>
                      <a:endParaRPr sz="2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Complexity</a:t>
                      </a:r>
                      <a:endParaRPr sz="2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b="1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24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 log n)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 inserts/pops at O(log n); Set ops O(log k) for k=3.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Heap stores all n; Set O(1) since k=3 fixed.</a:t>
                      </a:r>
                      <a:endParaRPr sz="2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Variations &amp; Competitive Tips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2"/>
          <p:cNvSpPr txBox="1"/>
          <p:nvPr/>
        </p:nvSpPr>
        <p:spPr>
          <a:xfrm>
            <a:off x="838200" y="1930800"/>
            <a:ext cx="9271500" cy="4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Easier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Variation: No distinct check (just pop 3).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Harder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K largest (generalize to input k); Streaming input (no full array).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Competitive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Angle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LeetCode #414: Third Largest; Codeforces "Top K" problems.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Optimization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For huge n, use partial_sort (O(n log k)) instead of full heap.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173" name="Google Shape;173;p1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3"/>
          <p:cNvSpPr txBox="1"/>
          <p:nvPr/>
        </p:nvSpPr>
        <p:spPr>
          <a:xfrm>
            <a:off x="989958" y="2055809"/>
            <a:ext cx="9550223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Third Maximum Number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#414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https://leetcode.com/problems/third-maximum-number/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Finding the 3rd largest distinct element in an array.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Directly mirrors the logic of selecting top 3 unique numbers.</a:t>
            </a:r>
            <a:endParaRPr sz="2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1CE07C3A-5F64-770E-CE97-1A009DB9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>
            <a:extLst>
              <a:ext uri="{FF2B5EF4-FFF2-40B4-BE49-F238E27FC236}">
                <a16:creationId xmlns:a16="http://schemas.microsoft.com/office/drawing/2014/main" id="{9A6EA034-5CCB-7364-4A13-3C66EBBC2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173" name="Google Shape;173;p13">
            <a:extLst>
              <a:ext uri="{FF2B5EF4-FFF2-40B4-BE49-F238E27FC236}">
                <a16:creationId xmlns:a16="http://schemas.microsoft.com/office/drawing/2014/main" id="{4887B423-6383-642C-2612-2E790BA0806E}"/>
              </a:ext>
            </a:extLst>
          </p:cNvPr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3">
            <a:extLst>
              <a:ext uri="{FF2B5EF4-FFF2-40B4-BE49-F238E27FC236}">
                <a16:creationId xmlns:a16="http://schemas.microsoft.com/office/drawing/2014/main" id="{AB2C3C98-FBD0-11DE-D582-B5BED190ECE0}"/>
              </a:ext>
            </a:extLst>
          </p:cNvPr>
          <p:cNvSpPr txBox="1"/>
          <p:nvPr/>
        </p:nvSpPr>
        <p:spPr>
          <a:xfrm>
            <a:off x="989958" y="2055809"/>
            <a:ext cx="9550223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Kth Largest Element in an Array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#215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https://leetcode.com/problems/kth-largest-element-in-an-array/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Using a priority queue (heap) to find kth largest value efficiently.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Strengthens heap operations and selection of maximum elements.</a:t>
            </a:r>
            <a:endParaRPr lang="en-US" sz="2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328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0778768F-6562-E99B-910E-31D0E0C2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>
            <a:extLst>
              <a:ext uri="{FF2B5EF4-FFF2-40B4-BE49-F238E27FC236}">
                <a16:creationId xmlns:a16="http://schemas.microsoft.com/office/drawing/2014/main" id="{FAD55E82-1F1D-8A73-8CEE-2A22D2CDA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173" name="Google Shape;173;p13">
            <a:extLst>
              <a:ext uri="{FF2B5EF4-FFF2-40B4-BE49-F238E27FC236}">
                <a16:creationId xmlns:a16="http://schemas.microsoft.com/office/drawing/2014/main" id="{52321E78-1BEB-25A9-B971-11A0DAF23730}"/>
              </a:ext>
            </a:extLst>
          </p:cNvPr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3">
            <a:extLst>
              <a:ext uri="{FF2B5EF4-FFF2-40B4-BE49-F238E27FC236}">
                <a16:creationId xmlns:a16="http://schemas.microsoft.com/office/drawing/2014/main" id="{59205FDC-2826-83F6-E735-5EF1D6D1C279}"/>
              </a:ext>
            </a:extLst>
          </p:cNvPr>
          <p:cNvSpPr txBox="1"/>
          <p:nvPr/>
        </p:nvSpPr>
        <p:spPr>
          <a:xfrm>
            <a:off x="989958" y="2055809"/>
            <a:ext cx="9550223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Maximum Product of Three Numbers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#628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https://leetcode.com/problems/maximum-product-of-three-numbers/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Compute product of three largest (or smallest) numbers.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Exactly applies the product-of-largest-elements logic efficiently.</a:t>
            </a:r>
            <a:endParaRPr sz="2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8679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4" b="-5642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795</Words>
  <Application>Microsoft Office PowerPoint</Application>
  <PresentationFormat>Widescreen</PresentationFormat>
  <Paragraphs>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Atkinson Hyperlegible</vt:lpstr>
      <vt:lpstr>Calibri</vt:lpstr>
      <vt:lpstr>Cambria</vt:lpstr>
      <vt:lpstr>Times New Roman</vt:lpstr>
      <vt:lpstr>Office Theme</vt:lpstr>
      <vt:lpstr>Practical 6</vt:lpstr>
      <vt:lpstr>PowerPoint Presentation</vt:lpstr>
      <vt:lpstr>Problem Statement: </vt:lpstr>
      <vt:lpstr>Key Concepts &amp; Prerequisites</vt:lpstr>
      <vt:lpstr>Key Concepts &amp; Prerequisites</vt:lpstr>
      <vt:lpstr>Algorithm/Logic</vt:lpstr>
      <vt:lpstr>Algorithm/Logic</vt:lpstr>
      <vt:lpstr>PowerPoint Presentation</vt:lpstr>
      <vt:lpstr>Code Implementation</vt:lpstr>
      <vt:lpstr>PowerPoint Presentation</vt:lpstr>
      <vt:lpstr>Output :</vt:lpstr>
      <vt:lpstr>Complexity Analysis</vt:lpstr>
      <vt:lpstr>Variations &amp; Competitive Tips</vt:lpstr>
      <vt:lpstr>Practice Exercises</vt:lpstr>
      <vt:lpstr>Practice Exercises</vt:lpstr>
      <vt:lpstr>Practice Exercises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4</cp:revision>
  <dcterms:created xsi:type="dcterms:W3CDTF">2025-10-28T09:21:51Z</dcterms:created>
  <dcterms:modified xsi:type="dcterms:W3CDTF">2025-11-02T10:17:15Z</dcterms:modified>
</cp:coreProperties>
</file>