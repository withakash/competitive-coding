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75" r:id="rId11"/>
    <p:sldId id="274" r:id="rId12"/>
    <p:sldId id="265" r:id="rId13"/>
    <p:sldId id="266" r:id="rId14"/>
    <p:sldId id="267" r:id="rId15"/>
    <p:sldId id="268" r:id="rId16"/>
    <p:sldId id="269" r:id="rId17"/>
    <p:sldId id="270" r:id="rId18"/>
    <p:sldId id="271" r:id="rId19"/>
    <p:sldId id="272" r:id="rId20"/>
    <p:sldId id="273" r:id="rId21"/>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9IEDkN7le3w+JeSKUq/fivpLz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EF2E40-CD48-433C-9AA3-B25668203A5A}">
  <a:tblStyle styleId="{FCEF2E40-CD48-433C-9AA3-B25668203A5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customschemas.google.com/relationships/presentationmetadata" Target="meta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9dddbd7dcc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9dddbd7dcc_0_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9dddbd7dcc_0_1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g39dddbd7dcc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9dddbd7dcc_0_2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39dddbd7dcc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9dddbd7dcc_0_3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39dddbd7dcc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9dddbd7dcc_0_4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g39dddbd7dcc_0_4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197" name="Google Shape;197;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198" name="Google Shape;198;p6: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01" name="Google Shape;201;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10" name="Google Shape;210;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11" name="Google Shape;211;p7: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14" name="Google Shape;214;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22" name="Google Shape;222;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23" name="Google Shape;223;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26" name="Google Shape;226;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40706E2B-5529-9118-69E5-5C3528204A2C}"/>
            </a:ext>
          </a:extLst>
        </p:cNvPr>
        <p:cNvGrpSpPr/>
        <p:nvPr/>
      </p:nvGrpSpPr>
      <p:grpSpPr>
        <a:xfrm>
          <a:off x="0" y="0"/>
          <a:ext cx="0" cy="0"/>
          <a:chOff x="0" y="0"/>
          <a:chExt cx="0" cy="0"/>
        </a:xfrm>
      </p:grpSpPr>
      <p:sp>
        <p:nvSpPr>
          <p:cNvPr id="221" name="Google Shape;221;p8:notes">
            <a:extLst>
              <a:ext uri="{FF2B5EF4-FFF2-40B4-BE49-F238E27FC236}">
                <a16:creationId xmlns:a16="http://schemas.microsoft.com/office/drawing/2014/main" id="{AF5F7C49-650A-5FBC-02C5-5B656DAB0F80}"/>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22" name="Google Shape;222;p8:notes">
            <a:extLst>
              <a:ext uri="{FF2B5EF4-FFF2-40B4-BE49-F238E27FC236}">
                <a16:creationId xmlns:a16="http://schemas.microsoft.com/office/drawing/2014/main" id="{2D7EF26B-FBDB-FD36-853D-522480E29046}"/>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23" name="Google Shape;223;p8:notes">
            <a:extLst>
              <a:ext uri="{FF2B5EF4-FFF2-40B4-BE49-F238E27FC236}">
                <a16:creationId xmlns:a16="http://schemas.microsoft.com/office/drawing/2014/main" id="{F798D9A2-8E41-1BBC-E38D-0D7ED8928DCB}"/>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8:notes">
            <a:extLst>
              <a:ext uri="{FF2B5EF4-FFF2-40B4-BE49-F238E27FC236}">
                <a16:creationId xmlns:a16="http://schemas.microsoft.com/office/drawing/2014/main" id="{3AC1F2DB-730D-FA16-7F6D-81DFE8671AB4}"/>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8:notes">
            <a:extLst>
              <a:ext uri="{FF2B5EF4-FFF2-40B4-BE49-F238E27FC236}">
                <a16:creationId xmlns:a16="http://schemas.microsoft.com/office/drawing/2014/main" id="{77323754-222B-DF69-D549-550F94D95293}"/>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26" name="Google Shape;226;p8:notes">
            <a:extLst>
              <a:ext uri="{FF2B5EF4-FFF2-40B4-BE49-F238E27FC236}">
                <a16:creationId xmlns:a16="http://schemas.microsoft.com/office/drawing/2014/main" id="{024CC338-137A-F71C-28F2-C814BF33314B}"/>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812313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45" name="Google Shape;245;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46" name="Google Shape;246;p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49" name="Google Shape;249;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9dddbd7dcc_0_7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g39dddbd7dcc_0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63" name="Google Shape;263;p1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64" name="Google Shape;264;p12: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67" name="Google Shape;267;p1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9dddbd7dcc_0_9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9dddbd7dcc_0_9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81" name="Google Shape;281;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82" name="Google Shape;282;p14: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85" name="Google Shape;285;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91" name="Google Shape;291;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292" name="Google Shape;292;p15: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295" name="Google Shape;295;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301" name="Google Shape;301;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302" name="Google Shape;302;p16: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305" name="Google Shape;305;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311" name="Google Shape;311;p1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312" name="Google Shape;312;p17: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1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1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315" name="Google Shape;315;p1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322" name="Google Shape;322;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1.7.2013</a:t>
            </a:r>
            <a:endParaRPr/>
          </a:p>
        </p:txBody>
      </p:sp>
      <p:sp>
        <p:nvSpPr>
          <p:cNvPr id="323" name="Google Shape;323;p18:notes"/>
          <p:cNvSpPr>
            <a:spLocks noGrp="1" noRot="1" noChangeAspect="1"/>
          </p:cNvSpPr>
          <p:nvPr>
            <p:ph type="sldImg" idx="3"/>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18: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8: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p>
        </p:txBody>
      </p:sp>
      <p:sp>
        <p:nvSpPr>
          <p:cNvPr id="326" name="Google Shape;326;p18: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g39dddbd7dcc_0_934"/>
          <p:cNvSpPr txBox="1">
            <a:spLocks noGrp="1"/>
          </p:cNvSpPr>
          <p:nvPr>
            <p:ph type="ctrTitle"/>
          </p:nvPr>
        </p:nvSpPr>
        <p:spPr>
          <a:xfrm>
            <a:off x="2286000" y="1683545"/>
            <a:ext cx="13716000" cy="3581700"/>
          </a:xfrm>
          <a:prstGeom prst="rect">
            <a:avLst/>
          </a:prstGeom>
          <a:noFill/>
          <a:ln>
            <a:noFill/>
          </a:ln>
        </p:spPr>
        <p:txBody>
          <a:bodyPr spcFirstLastPara="1" wrap="square" lIns="137150" tIns="68550" rIns="137150" bIns="68550" anchor="b" anchorCtr="0">
            <a:normAutofit/>
          </a:bodyPr>
          <a:lstStyle>
            <a:lvl1pPr lvl="0" algn="ctr">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7" name="Google Shape;17;g39dddbd7dcc_0_934"/>
          <p:cNvSpPr txBox="1">
            <a:spLocks noGrp="1"/>
          </p:cNvSpPr>
          <p:nvPr>
            <p:ph type="subTitle" idx="1"/>
          </p:nvPr>
        </p:nvSpPr>
        <p:spPr>
          <a:xfrm>
            <a:off x="2286000" y="5403057"/>
            <a:ext cx="13716000" cy="2483700"/>
          </a:xfrm>
          <a:prstGeom prst="rect">
            <a:avLst/>
          </a:prstGeom>
          <a:noFill/>
          <a:ln>
            <a:noFill/>
          </a:ln>
        </p:spPr>
        <p:txBody>
          <a:bodyPr spcFirstLastPara="1" wrap="square" lIns="137150" tIns="68550" rIns="137150" bIns="68550" anchor="t" anchorCtr="0">
            <a:norm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800"/>
              </a:spcBef>
              <a:spcAft>
                <a:spcPts val="0"/>
              </a:spcAft>
              <a:buClr>
                <a:schemeClr val="dk1"/>
              </a:buClr>
              <a:buSzPts val="3000"/>
              <a:buNone/>
              <a:defRPr sz="3000"/>
            </a:lvl2pPr>
            <a:lvl3pPr lvl="2" algn="ctr">
              <a:lnSpc>
                <a:spcPct val="90000"/>
              </a:lnSpc>
              <a:spcBef>
                <a:spcPts val="800"/>
              </a:spcBef>
              <a:spcAft>
                <a:spcPts val="0"/>
              </a:spcAft>
              <a:buClr>
                <a:schemeClr val="dk1"/>
              </a:buClr>
              <a:buSzPts val="2700"/>
              <a:buNone/>
              <a:defRPr sz="2700"/>
            </a:lvl3pPr>
            <a:lvl4pPr lvl="3" algn="ctr">
              <a:lnSpc>
                <a:spcPct val="90000"/>
              </a:lnSpc>
              <a:spcBef>
                <a:spcPts val="800"/>
              </a:spcBef>
              <a:spcAft>
                <a:spcPts val="0"/>
              </a:spcAft>
              <a:buClr>
                <a:schemeClr val="dk1"/>
              </a:buClr>
              <a:buSzPts val="2400"/>
              <a:buNone/>
              <a:defRPr sz="2400"/>
            </a:lvl4pPr>
            <a:lvl5pPr lvl="4" algn="ctr">
              <a:lnSpc>
                <a:spcPct val="90000"/>
              </a:lnSpc>
              <a:spcBef>
                <a:spcPts val="800"/>
              </a:spcBef>
              <a:spcAft>
                <a:spcPts val="0"/>
              </a:spcAft>
              <a:buClr>
                <a:schemeClr val="dk1"/>
              </a:buClr>
              <a:buSzPts val="2400"/>
              <a:buNone/>
              <a:defRPr sz="2400"/>
            </a:lvl5pPr>
            <a:lvl6pPr lvl="5" algn="ctr">
              <a:lnSpc>
                <a:spcPct val="90000"/>
              </a:lnSpc>
              <a:spcBef>
                <a:spcPts val="8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endParaRPr/>
          </a:p>
        </p:txBody>
      </p:sp>
      <p:sp>
        <p:nvSpPr>
          <p:cNvPr id="18" name="Google Shape;18;g39dddbd7dcc_0_934"/>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9" name="Google Shape;19;g39dddbd7dcc_0_934"/>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20" name="Google Shape;20;g39dddbd7dcc_0_934"/>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g39dddbd7dcc_0_940"/>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23" name="Google Shape;23;g39dddbd7dcc_0_940"/>
          <p:cNvSpPr txBox="1">
            <a:spLocks noGrp="1"/>
          </p:cNvSpPr>
          <p:nvPr>
            <p:ph type="body" idx="1"/>
          </p:nvPr>
        </p:nvSpPr>
        <p:spPr>
          <a:xfrm>
            <a:off x="1257300" y="2738438"/>
            <a:ext cx="15773400" cy="65268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24" name="Google Shape;24;g39dddbd7dcc_0_940"/>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25" name="Google Shape;25;g39dddbd7dcc_0_940"/>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26" name="Google Shape;26;g39dddbd7dcc_0_940"/>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g39dddbd7dcc_0_946"/>
          <p:cNvSpPr txBox="1">
            <a:spLocks noGrp="1"/>
          </p:cNvSpPr>
          <p:nvPr>
            <p:ph type="title"/>
          </p:nvPr>
        </p:nvSpPr>
        <p:spPr>
          <a:xfrm>
            <a:off x="1247775" y="2564607"/>
            <a:ext cx="15773400" cy="4279200"/>
          </a:xfrm>
          <a:prstGeom prst="rect">
            <a:avLst/>
          </a:prstGeom>
          <a:noFill/>
          <a:ln>
            <a:noFill/>
          </a:ln>
        </p:spPr>
        <p:txBody>
          <a:bodyPr spcFirstLastPara="1" wrap="square" lIns="137150" tIns="68550" rIns="137150" bIns="68550" anchor="b" anchorCtr="0">
            <a:normAutofit/>
          </a:bodyPr>
          <a:lstStyle>
            <a:lvl1pPr lvl="0" algn="l">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29" name="Google Shape;29;g39dddbd7dcc_0_946"/>
          <p:cNvSpPr txBox="1">
            <a:spLocks noGrp="1"/>
          </p:cNvSpPr>
          <p:nvPr>
            <p:ph type="body" idx="1"/>
          </p:nvPr>
        </p:nvSpPr>
        <p:spPr>
          <a:xfrm>
            <a:off x="1247775" y="6884195"/>
            <a:ext cx="15773400" cy="2250600"/>
          </a:xfrm>
          <a:prstGeom prst="rect">
            <a:avLst/>
          </a:prstGeom>
          <a:noFill/>
          <a:ln>
            <a:noFill/>
          </a:ln>
        </p:spPr>
        <p:txBody>
          <a:bodyPr spcFirstLastPara="1" wrap="square" lIns="137150" tIns="68550" rIns="137150" bIns="68550" anchor="t" anchorCtr="0">
            <a:normAutofit/>
          </a:bodyPr>
          <a:lstStyle>
            <a:lvl1pPr marL="457200" lvl="0" indent="-228600" algn="l">
              <a:lnSpc>
                <a:spcPct val="90000"/>
              </a:lnSpc>
              <a:spcBef>
                <a:spcPts val="1500"/>
              </a:spcBef>
              <a:spcAft>
                <a:spcPts val="0"/>
              </a:spcAft>
              <a:buClr>
                <a:srgbClr val="888888"/>
              </a:buClr>
              <a:buSzPts val="3600"/>
              <a:buNone/>
              <a:defRPr sz="3600">
                <a:solidFill>
                  <a:srgbClr val="888888"/>
                </a:solidFill>
              </a:defRPr>
            </a:lvl1pPr>
            <a:lvl2pPr marL="914400" lvl="1" indent="-228600" algn="l">
              <a:lnSpc>
                <a:spcPct val="90000"/>
              </a:lnSpc>
              <a:spcBef>
                <a:spcPts val="800"/>
              </a:spcBef>
              <a:spcAft>
                <a:spcPts val="0"/>
              </a:spcAft>
              <a:buClr>
                <a:srgbClr val="888888"/>
              </a:buClr>
              <a:buSzPts val="3000"/>
              <a:buNone/>
              <a:defRPr sz="3000">
                <a:solidFill>
                  <a:srgbClr val="888888"/>
                </a:solidFill>
              </a:defRPr>
            </a:lvl2pPr>
            <a:lvl3pPr marL="1371600" lvl="2" indent="-228600" algn="l">
              <a:lnSpc>
                <a:spcPct val="90000"/>
              </a:lnSpc>
              <a:spcBef>
                <a:spcPts val="800"/>
              </a:spcBef>
              <a:spcAft>
                <a:spcPts val="0"/>
              </a:spcAft>
              <a:buClr>
                <a:srgbClr val="888888"/>
              </a:buClr>
              <a:buSzPts val="2700"/>
              <a:buNone/>
              <a:defRPr sz="2700">
                <a:solidFill>
                  <a:srgbClr val="888888"/>
                </a:solidFill>
              </a:defRPr>
            </a:lvl3pPr>
            <a:lvl4pPr marL="1828800" lvl="3" indent="-228600" algn="l">
              <a:lnSpc>
                <a:spcPct val="90000"/>
              </a:lnSpc>
              <a:spcBef>
                <a:spcPts val="800"/>
              </a:spcBef>
              <a:spcAft>
                <a:spcPts val="0"/>
              </a:spcAft>
              <a:buClr>
                <a:srgbClr val="888888"/>
              </a:buClr>
              <a:buSzPts val="2400"/>
              <a:buNone/>
              <a:defRPr sz="2400">
                <a:solidFill>
                  <a:srgbClr val="888888"/>
                </a:solidFill>
              </a:defRPr>
            </a:lvl4pPr>
            <a:lvl5pPr marL="2286000" lvl="4" indent="-228600" algn="l">
              <a:lnSpc>
                <a:spcPct val="90000"/>
              </a:lnSpc>
              <a:spcBef>
                <a:spcPts val="800"/>
              </a:spcBef>
              <a:spcAft>
                <a:spcPts val="0"/>
              </a:spcAft>
              <a:buClr>
                <a:srgbClr val="888888"/>
              </a:buClr>
              <a:buSzPts val="2400"/>
              <a:buNone/>
              <a:defRPr sz="2400">
                <a:solidFill>
                  <a:srgbClr val="888888"/>
                </a:solidFill>
              </a:defRPr>
            </a:lvl5pPr>
            <a:lvl6pPr marL="2743200" lvl="5" indent="-228600" algn="l">
              <a:lnSpc>
                <a:spcPct val="90000"/>
              </a:lnSpc>
              <a:spcBef>
                <a:spcPts val="800"/>
              </a:spcBef>
              <a:spcAft>
                <a:spcPts val="0"/>
              </a:spcAft>
              <a:buClr>
                <a:srgbClr val="888888"/>
              </a:buClr>
              <a:buSzPts val="2400"/>
              <a:buNone/>
              <a:defRPr sz="2400">
                <a:solidFill>
                  <a:srgbClr val="888888"/>
                </a:solidFill>
              </a:defRPr>
            </a:lvl6pPr>
            <a:lvl7pPr marL="3200400" lvl="6" indent="-228600" algn="l">
              <a:lnSpc>
                <a:spcPct val="90000"/>
              </a:lnSpc>
              <a:spcBef>
                <a:spcPts val="800"/>
              </a:spcBef>
              <a:spcAft>
                <a:spcPts val="0"/>
              </a:spcAft>
              <a:buClr>
                <a:srgbClr val="888888"/>
              </a:buClr>
              <a:buSzPts val="2400"/>
              <a:buNone/>
              <a:defRPr sz="2400">
                <a:solidFill>
                  <a:srgbClr val="888888"/>
                </a:solidFill>
              </a:defRPr>
            </a:lvl7pPr>
            <a:lvl8pPr marL="3657600" lvl="7" indent="-228600" algn="l">
              <a:lnSpc>
                <a:spcPct val="90000"/>
              </a:lnSpc>
              <a:spcBef>
                <a:spcPts val="800"/>
              </a:spcBef>
              <a:spcAft>
                <a:spcPts val="0"/>
              </a:spcAft>
              <a:buClr>
                <a:srgbClr val="888888"/>
              </a:buClr>
              <a:buSzPts val="2400"/>
              <a:buNone/>
              <a:defRPr sz="2400">
                <a:solidFill>
                  <a:srgbClr val="888888"/>
                </a:solidFill>
              </a:defRPr>
            </a:lvl8pPr>
            <a:lvl9pPr marL="4114800" lvl="8" indent="-228600" algn="l">
              <a:lnSpc>
                <a:spcPct val="90000"/>
              </a:lnSpc>
              <a:spcBef>
                <a:spcPts val="800"/>
              </a:spcBef>
              <a:spcAft>
                <a:spcPts val="0"/>
              </a:spcAft>
              <a:buClr>
                <a:srgbClr val="888888"/>
              </a:buClr>
              <a:buSzPts val="2400"/>
              <a:buNone/>
              <a:defRPr sz="2400">
                <a:solidFill>
                  <a:srgbClr val="888888"/>
                </a:solidFill>
              </a:defRPr>
            </a:lvl9pPr>
          </a:lstStyle>
          <a:p>
            <a:endParaRPr/>
          </a:p>
        </p:txBody>
      </p:sp>
      <p:sp>
        <p:nvSpPr>
          <p:cNvPr id="30" name="Google Shape;30;g39dddbd7dcc_0_946"/>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1" name="Google Shape;31;g39dddbd7dcc_0_946"/>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2" name="Google Shape;32;g39dddbd7dcc_0_946"/>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g39dddbd7dcc_0_952"/>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5" name="Google Shape;35;g39dddbd7dcc_0_952"/>
          <p:cNvSpPr txBox="1">
            <a:spLocks noGrp="1"/>
          </p:cNvSpPr>
          <p:nvPr>
            <p:ph type="body" idx="1"/>
          </p:nvPr>
        </p:nvSpPr>
        <p:spPr>
          <a:xfrm>
            <a:off x="1257300" y="2738438"/>
            <a:ext cx="7772400" cy="65268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36" name="Google Shape;36;g39dddbd7dcc_0_952"/>
          <p:cNvSpPr txBox="1">
            <a:spLocks noGrp="1"/>
          </p:cNvSpPr>
          <p:nvPr>
            <p:ph type="body" idx="2"/>
          </p:nvPr>
        </p:nvSpPr>
        <p:spPr>
          <a:xfrm>
            <a:off x="9258300" y="2738438"/>
            <a:ext cx="7772400" cy="65268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37" name="Google Shape;37;g39dddbd7dcc_0_952"/>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8" name="Google Shape;38;g39dddbd7dcc_0_952"/>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9" name="Google Shape;39;g39dddbd7dcc_0_952"/>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g39dddbd7dcc_0_959"/>
          <p:cNvSpPr txBox="1">
            <a:spLocks noGrp="1"/>
          </p:cNvSpPr>
          <p:nvPr>
            <p:ph type="title"/>
          </p:nvPr>
        </p:nvSpPr>
        <p:spPr>
          <a:xfrm>
            <a:off x="1259682" y="547688"/>
            <a:ext cx="15773400" cy="1988700"/>
          </a:xfrm>
          <a:prstGeom prst="rect">
            <a:avLst/>
          </a:prstGeom>
          <a:noFill/>
          <a:ln>
            <a:noFill/>
          </a:ln>
        </p:spPr>
        <p:txBody>
          <a:bodyPr spcFirstLastPara="1" wrap="square" lIns="137150" tIns="68550" rIns="137150" bIns="68550" anchor="ctr" anchorCtr="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2" name="Google Shape;42;g39dddbd7dcc_0_959"/>
          <p:cNvSpPr txBox="1">
            <a:spLocks noGrp="1"/>
          </p:cNvSpPr>
          <p:nvPr>
            <p:ph type="body" idx="1"/>
          </p:nvPr>
        </p:nvSpPr>
        <p:spPr>
          <a:xfrm>
            <a:off x="1259682" y="2521745"/>
            <a:ext cx="7737000" cy="1235700"/>
          </a:xfrm>
          <a:prstGeom prst="rect">
            <a:avLst/>
          </a:prstGeom>
          <a:noFill/>
          <a:ln>
            <a:noFill/>
          </a:ln>
        </p:spPr>
        <p:txBody>
          <a:bodyPr spcFirstLastPara="1" wrap="square" lIns="137150" tIns="68550" rIns="137150" bIns="68550" anchor="b" anchorCtr="0">
            <a:normAutofit/>
          </a:bodyPr>
          <a:lstStyle>
            <a:lvl1pPr marL="457200" lvl="0" indent="-228600" algn="l">
              <a:lnSpc>
                <a:spcPct val="90000"/>
              </a:lnSpc>
              <a:spcBef>
                <a:spcPts val="1500"/>
              </a:spcBef>
              <a:spcAft>
                <a:spcPts val="0"/>
              </a:spcAft>
              <a:buClr>
                <a:schemeClr val="dk1"/>
              </a:buClr>
              <a:buSzPts val="3600"/>
              <a:buNone/>
              <a:defRPr sz="3600" b="1"/>
            </a:lvl1pPr>
            <a:lvl2pPr marL="914400" lvl="1" indent="-228600" algn="l">
              <a:lnSpc>
                <a:spcPct val="90000"/>
              </a:lnSpc>
              <a:spcBef>
                <a:spcPts val="800"/>
              </a:spcBef>
              <a:spcAft>
                <a:spcPts val="0"/>
              </a:spcAft>
              <a:buClr>
                <a:schemeClr val="dk1"/>
              </a:buClr>
              <a:buSzPts val="3000"/>
              <a:buNone/>
              <a:defRPr sz="3000" b="1"/>
            </a:lvl2pPr>
            <a:lvl3pPr marL="1371600" lvl="2" indent="-228600" algn="l">
              <a:lnSpc>
                <a:spcPct val="90000"/>
              </a:lnSpc>
              <a:spcBef>
                <a:spcPts val="800"/>
              </a:spcBef>
              <a:spcAft>
                <a:spcPts val="0"/>
              </a:spcAft>
              <a:buClr>
                <a:schemeClr val="dk1"/>
              </a:buClr>
              <a:buSzPts val="2700"/>
              <a:buNone/>
              <a:defRPr sz="2700" b="1"/>
            </a:lvl3pPr>
            <a:lvl4pPr marL="1828800" lvl="3" indent="-228600" algn="l">
              <a:lnSpc>
                <a:spcPct val="90000"/>
              </a:lnSpc>
              <a:spcBef>
                <a:spcPts val="800"/>
              </a:spcBef>
              <a:spcAft>
                <a:spcPts val="0"/>
              </a:spcAft>
              <a:buClr>
                <a:schemeClr val="dk1"/>
              </a:buClr>
              <a:buSzPts val="2400"/>
              <a:buNone/>
              <a:defRPr sz="2400" b="1"/>
            </a:lvl4pPr>
            <a:lvl5pPr marL="2286000" lvl="4" indent="-228600" algn="l">
              <a:lnSpc>
                <a:spcPct val="90000"/>
              </a:lnSpc>
              <a:spcBef>
                <a:spcPts val="800"/>
              </a:spcBef>
              <a:spcAft>
                <a:spcPts val="0"/>
              </a:spcAft>
              <a:buClr>
                <a:schemeClr val="dk1"/>
              </a:buClr>
              <a:buSzPts val="2400"/>
              <a:buNone/>
              <a:defRPr sz="2400" b="1"/>
            </a:lvl5pPr>
            <a:lvl6pPr marL="2743200" lvl="5" indent="-228600" algn="l">
              <a:lnSpc>
                <a:spcPct val="90000"/>
              </a:lnSpc>
              <a:spcBef>
                <a:spcPts val="800"/>
              </a:spcBef>
              <a:spcAft>
                <a:spcPts val="0"/>
              </a:spcAft>
              <a:buClr>
                <a:schemeClr val="dk1"/>
              </a:buClr>
              <a:buSzPts val="2400"/>
              <a:buNone/>
              <a:defRPr sz="2400" b="1"/>
            </a:lvl6pPr>
            <a:lvl7pPr marL="3200400" lvl="6" indent="-228600" algn="l">
              <a:lnSpc>
                <a:spcPct val="90000"/>
              </a:lnSpc>
              <a:spcBef>
                <a:spcPts val="800"/>
              </a:spcBef>
              <a:spcAft>
                <a:spcPts val="0"/>
              </a:spcAft>
              <a:buClr>
                <a:schemeClr val="dk1"/>
              </a:buClr>
              <a:buSzPts val="2400"/>
              <a:buNone/>
              <a:defRPr sz="2400" b="1"/>
            </a:lvl7pPr>
            <a:lvl8pPr marL="3657600" lvl="7" indent="-228600" algn="l">
              <a:lnSpc>
                <a:spcPct val="90000"/>
              </a:lnSpc>
              <a:spcBef>
                <a:spcPts val="800"/>
              </a:spcBef>
              <a:spcAft>
                <a:spcPts val="0"/>
              </a:spcAft>
              <a:buClr>
                <a:schemeClr val="dk1"/>
              </a:buClr>
              <a:buSzPts val="2400"/>
              <a:buNone/>
              <a:defRPr sz="2400" b="1"/>
            </a:lvl8pPr>
            <a:lvl9pPr marL="4114800" lvl="8" indent="-228600" algn="l">
              <a:lnSpc>
                <a:spcPct val="90000"/>
              </a:lnSpc>
              <a:spcBef>
                <a:spcPts val="800"/>
              </a:spcBef>
              <a:spcAft>
                <a:spcPts val="0"/>
              </a:spcAft>
              <a:buClr>
                <a:schemeClr val="dk1"/>
              </a:buClr>
              <a:buSzPts val="2400"/>
              <a:buNone/>
              <a:defRPr sz="2400" b="1"/>
            </a:lvl9pPr>
          </a:lstStyle>
          <a:p>
            <a:endParaRPr/>
          </a:p>
        </p:txBody>
      </p:sp>
      <p:sp>
        <p:nvSpPr>
          <p:cNvPr id="43" name="Google Shape;43;g39dddbd7dcc_0_959"/>
          <p:cNvSpPr txBox="1">
            <a:spLocks noGrp="1"/>
          </p:cNvSpPr>
          <p:nvPr>
            <p:ph type="body" idx="2"/>
          </p:nvPr>
        </p:nvSpPr>
        <p:spPr>
          <a:xfrm>
            <a:off x="1259682" y="3757613"/>
            <a:ext cx="7737000" cy="55269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44" name="Google Shape;44;g39dddbd7dcc_0_959"/>
          <p:cNvSpPr txBox="1">
            <a:spLocks noGrp="1"/>
          </p:cNvSpPr>
          <p:nvPr>
            <p:ph type="body" idx="3"/>
          </p:nvPr>
        </p:nvSpPr>
        <p:spPr>
          <a:xfrm>
            <a:off x="9258300" y="2521745"/>
            <a:ext cx="7774500" cy="1235700"/>
          </a:xfrm>
          <a:prstGeom prst="rect">
            <a:avLst/>
          </a:prstGeom>
          <a:noFill/>
          <a:ln>
            <a:noFill/>
          </a:ln>
        </p:spPr>
        <p:txBody>
          <a:bodyPr spcFirstLastPara="1" wrap="square" lIns="137150" tIns="68550" rIns="137150" bIns="68550" anchor="b" anchorCtr="0">
            <a:normAutofit/>
          </a:bodyPr>
          <a:lstStyle>
            <a:lvl1pPr marL="457200" lvl="0" indent="-228600" algn="l">
              <a:lnSpc>
                <a:spcPct val="90000"/>
              </a:lnSpc>
              <a:spcBef>
                <a:spcPts val="1500"/>
              </a:spcBef>
              <a:spcAft>
                <a:spcPts val="0"/>
              </a:spcAft>
              <a:buClr>
                <a:schemeClr val="dk1"/>
              </a:buClr>
              <a:buSzPts val="3600"/>
              <a:buNone/>
              <a:defRPr sz="3600" b="1"/>
            </a:lvl1pPr>
            <a:lvl2pPr marL="914400" lvl="1" indent="-228600" algn="l">
              <a:lnSpc>
                <a:spcPct val="90000"/>
              </a:lnSpc>
              <a:spcBef>
                <a:spcPts val="800"/>
              </a:spcBef>
              <a:spcAft>
                <a:spcPts val="0"/>
              </a:spcAft>
              <a:buClr>
                <a:schemeClr val="dk1"/>
              </a:buClr>
              <a:buSzPts val="3000"/>
              <a:buNone/>
              <a:defRPr sz="3000" b="1"/>
            </a:lvl2pPr>
            <a:lvl3pPr marL="1371600" lvl="2" indent="-228600" algn="l">
              <a:lnSpc>
                <a:spcPct val="90000"/>
              </a:lnSpc>
              <a:spcBef>
                <a:spcPts val="800"/>
              </a:spcBef>
              <a:spcAft>
                <a:spcPts val="0"/>
              </a:spcAft>
              <a:buClr>
                <a:schemeClr val="dk1"/>
              </a:buClr>
              <a:buSzPts val="2700"/>
              <a:buNone/>
              <a:defRPr sz="2700" b="1"/>
            </a:lvl3pPr>
            <a:lvl4pPr marL="1828800" lvl="3" indent="-228600" algn="l">
              <a:lnSpc>
                <a:spcPct val="90000"/>
              </a:lnSpc>
              <a:spcBef>
                <a:spcPts val="800"/>
              </a:spcBef>
              <a:spcAft>
                <a:spcPts val="0"/>
              </a:spcAft>
              <a:buClr>
                <a:schemeClr val="dk1"/>
              </a:buClr>
              <a:buSzPts val="2400"/>
              <a:buNone/>
              <a:defRPr sz="2400" b="1"/>
            </a:lvl4pPr>
            <a:lvl5pPr marL="2286000" lvl="4" indent="-228600" algn="l">
              <a:lnSpc>
                <a:spcPct val="90000"/>
              </a:lnSpc>
              <a:spcBef>
                <a:spcPts val="800"/>
              </a:spcBef>
              <a:spcAft>
                <a:spcPts val="0"/>
              </a:spcAft>
              <a:buClr>
                <a:schemeClr val="dk1"/>
              </a:buClr>
              <a:buSzPts val="2400"/>
              <a:buNone/>
              <a:defRPr sz="2400" b="1"/>
            </a:lvl5pPr>
            <a:lvl6pPr marL="2743200" lvl="5" indent="-228600" algn="l">
              <a:lnSpc>
                <a:spcPct val="90000"/>
              </a:lnSpc>
              <a:spcBef>
                <a:spcPts val="800"/>
              </a:spcBef>
              <a:spcAft>
                <a:spcPts val="0"/>
              </a:spcAft>
              <a:buClr>
                <a:schemeClr val="dk1"/>
              </a:buClr>
              <a:buSzPts val="2400"/>
              <a:buNone/>
              <a:defRPr sz="2400" b="1"/>
            </a:lvl6pPr>
            <a:lvl7pPr marL="3200400" lvl="6" indent="-228600" algn="l">
              <a:lnSpc>
                <a:spcPct val="90000"/>
              </a:lnSpc>
              <a:spcBef>
                <a:spcPts val="800"/>
              </a:spcBef>
              <a:spcAft>
                <a:spcPts val="0"/>
              </a:spcAft>
              <a:buClr>
                <a:schemeClr val="dk1"/>
              </a:buClr>
              <a:buSzPts val="2400"/>
              <a:buNone/>
              <a:defRPr sz="2400" b="1"/>
            </a:lvl7pPr>
            <a:lvl8pPr marL="3657600" lvl="7" indent="-228600" algn="l">
              <a:lnSpc>
                <a:spcPct val="90000"/>
              </a:lnSpc>
              <a:spcBef>
                <a:spcPts val="800"/>
              </a:spcBef>
              <a:spcAft>
                <a:spcPts val="0"/>
              </a:spcAft>
              <a:buClr>
                <a:schemeClr val="dk1"/>
              </a:buClr>
              <a:buSzPts val="2400"/>
              <a:buNone/>
              <a:defRPr sz="2400" b="1"/>
            </a:lvl8pPr>
            <a:lvl9pPr marL="4114800" lvl="8" indent="-228600" algn="l">
              <a:lnSpc>
                <a:spcPct val="90000"/>
              </a:lnSpc>
              <a:spcBef>
                <a:spcPts val="800"/>
              </a:spcBef>
              <a:spcAft>
                <a:spcPts val="0"/>
              </a:spcAft>
              <a:buClr>
                <a:schemeClr val="dk1"/>
              </a:buClr>
              <a:buSzPts val="2400"/>
              <a:buNone/>
              <a:defRPr sz="2400" b="1"/>
            </a:lvl9pPr>
          </a:lstStyle>
          <a:p>
            <a:endParaRPr/>
          </a:p>
        </p:txBody>
      </p:sp>
      <p:sp>
        <p:nvSpPr>
          <p:cNvPr id="45" name="Google Shape;45;g39dddbd7dcc_0_959"/>
          <p:cNvSpPr txBox="1">
            <a:spLocks noGrp="1"/>
          </p:cNvSpPr>
          <p:nvPr>
            <p:ph type="body" idx="4"/>
          </p:nvPr>
        </p:nvSpPr>
        <p:spPr>
          <a:xfrm>
            <a:off x="9258300" y="3757613"/>
            <a:ext cx="7774500" cy="55269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46" name="Google Shape;46;g39dddbd7dcc_0_959"/>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7" name="Google Shape;47;g39dddbd7dcc_0_959"/>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8" name="Google Shape;48;g39dddbd7dcc_0_959"/>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g39dddbd7dcc_0_968"/>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1" name="Google Shape;51;g39dddbd7dcc_0_968"/>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2" name="Google Shape;52;g39dddbd7dcc_0_968"/>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3" name="Google Shape;53;g39dddbd7dcc_0_968"/>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g39dddbd7dcc_0_973"/>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6" name="Google Shape;56;g39dddbd7dcc_0_973"/>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7" name="Google Shape;57;g39dddbd7dcc_0_973"/>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g39dddbd7dcc_0_977"/>
          <p:cNvSpPr txBox="1">
            <a:spLocks noGrp="1"/>
          </p:cNvSpPr>
          <p:nvPr>
            <p:ph type="title"/>
          </p:nvPr>
        </p:nvSpPr>
        <p:spPr>
          <a:xfrm>
            <a:off x="1259682" y="685800"/>
            <a:ext cx="5898300" cy="2400300"/>
          </a:xfrm>
          <a:prstGeom prst="rect">
            <a:avLst/>
          </a:prstGeom>
          <a:noFill/>
          <a:ln>
            <a:noFill/>
          </a:ln>
        </p:spPr>
        <p:txBody>
          <a:bodyPr spcFirstLastPara="1" wrap="square" lIns="137150" tIns="68550" rIns="137150" bIns="68550" anchor="b" anchorCtr="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0" name="Google Shape;60;g39dddbd7dcc_0_977"/>
          <p:cNvSpPr txBox="1">
            <a:spLocks noGrp="1"/>
          </p:cNvSpPr>
          <p:nvPr>
            <p:ph type="body" idx="1"/>
          </p:nvPr>
        </p:nvSpPr>
        <p:spPr>
          <a:xfrm>
            <a:off x="7774782" y="1481138"/>
            <a:ext cx="9258300" cy="7310400"/>
          </a:xfrm>
          <a:prstGeom prst="rect">
            <a:avLst/>
          </a:prstGeom>
          <a:noFill/>
          <a:ln>
            <a:noFill/>
          </a:ln>
        </p:spPr>
        <p:txBody>
          <a:bodyPr spcFirstLastPara="1" wrap="square" lIns="137150" tIns="68550" rIns="137150" bIns="68550" anchor="t" anchorCtr="0">
            <a:normAutofit/>
          </a:bodyPr>
          <a:lstStyle>
            <a:lvl1pPr marL="457200" lvl="0" indent="-533400" algn="l">
              <a:lnSpc>
                <a:spcPct val="90000"/>
              </a:lnSpc>
              <a:spcBef>
                <a:spcPts val="1500"/>
              </a:spcBef>
              <a:spcAft>
                <a:spcPts val="0"/>
              </a:spcAft>
              <a:buClr>
                <a:schemeClr val="dk1"/>
              </a:buClr>
              <a:buSzPts val="4800"/>
              <a:buChar char="•"/>
              <a:defRPr sz="4800"/>
            </a:lvl1pPr>
            <a:lvl2pPr marL="914400" lvl="1" indent="-495300" algn="l">
              <a:lnSpc>
                <a:spcPct val="90000"/>
              </a:lnSpc>
              <a:spcBef>
                <a:spcPts val="800"/>
              </a:spcBef>
              <a:spcAft>
                <a:spcPts val="0"/>
              </a:spcAft>
              <a:buClr>
                <a:schemeClr val="dk1"/>
              </a:buClr>
              <a:buSzPts val="4200"/>
              <a:buChar char="•"/>
              <a:defRPr sz="4200"/>
            </a:lvl2pPr>
            <a:lvl3pPr marL="1371600" lvl="2" indent="-457200" algn="l">
              <a:lnSpc>
                <a:spcPct val="90000"/>
              </a:lnSpc>
              <a:spcBef>
                <a:spcPts val="800"/>
              </a:spcBef>
              <a:spcAft>
                <a:spcPts val="0"/>
              </a:spcAft>
              <a:buClr>
                <a:schemeClr val="dk1"/>
              </a:buClr>
              <a:buSzPts val="3600"/>
              <a:buChar char="•"/>
              <a:defRPr sz="3600"/>
            </a:lvl3pPr>
            <a:lvl4pPr marL="1828800" lvl="3" indent="-419100" algn="l">
              <a:lnSpc>
                <a:spcPct val="90000"/>
              </a:lnSpc>
              <a:spcBef>
                <a:spcPts val="800"/>
              </a:spcBef>
              <a:spcAft>
                <a:spcPts val="0"/>
              </a:spcAft>
              <a:buClr>
                <a:schemeClr val="dk1"/>
              </a:buClr>
              <a:buSzPts val="3000"/>
              <a:buChar char="•"/>
              <a:defRPr sz="3000"/>
            </a:lvl4pPr>
            <a:lvl5pPr marL="2286000" lvl="4" indent="-419100" algn="l">
              <a:lnSpc>
                <a:spcPct val="90000"/>
              </a:lnSpc>
              <a:spcBef>
                <a:spcPts val="800"/>
              </a:spcBef>
              <a:spcAft>
                <a:spcPts val="0"/>
              </a:spcAft>
              <a:buClr>
                <a:schemeClr val="dk1"/>
              </a:buClr>
              <a:buSzPts val="3000"/>
              <a:buChar char="•"/>
              <a:defRPr sz="3000"/>
            </a:lvl5pPr>
            <a:lvl6pPr marL="2743200" lvl="5" indent="-419100" algn="l">
              <a:lnSpc>
                <a:spcPct val="90000"/>
              </a:lnSpc>
              <a:spcBef>
                <a:spcPts val="800"/>
              </a:spcBef>
              <a:spcAft>
                <a:spcPts val="0"/>
              </a:spcAft>
              <a:buClr>
                <a:schemeClr val="dk1"/>
              </a:buClr>
              <a:buSzPts val="3000"/>
              <a:buChar char="•"/>
              <a:defRPr sz="3000"/>
            </a:lvl6pPr>
            <a:lvl7pPr marL="3200400" lvl="6" indent="-419100" algn="l">
              <a:lnSpc>
                <a:spcPct val="90000"/>
              </a:lnSpc>
              <a:spcBef>
                <a:spcPts val="800"/>
              </a:spcBef>
              <a:spcAft>
                <a:spcPts val="0"/>
              </a:spcAft>
              <a:buClr>
                <a:schemeClr val="dk1"/>
              </a:buClr>
              <a:buSzPts val="3000"/>
              <a:buChar char="•"/>
              <a:defRPr sz="3000"/>
            </a:lvl7pPr>
            <a:lvl8pPr marL="3657600" lvl="7" indent="-419100" algn="l">
              <a:lnSpc>
                <a:spcPct val="90000"/>
              </a:lnSpc>
              <a:spcBef>
                <a:spcPts val="800"/>
              </a:spcBef>
              <a:spcAft>
                <a:spcPts val="0"/>
              </a:spcAft>
              <a:buClr>
                <a:schemeClr val="dk1"/>
              </a:buClr>
              <a:buSzPts val="3000"/>
              <a:buChar char="•"/>
              <a:defRPr sz="3000"/>
            </a:lvl8pPr>
            <a:lvl9pPr marL="4114800" lvl="8" indent="-419100" algn="l">
              <a:lnSpc>
                <a:spcPct val="90000"/>
              </a:lnSpc>
              <a:spcBef>
                <a:spcPts val="800"/>
              </a:spcBef>
              <a:spcAft>
                <a:spcPts val="0"/>
              </a:spcAft>
              <a:buClr>
                <a:schemeClr val="dk1"/>
              </a:buClr>
              <a:buSzPts val="3000"/>
              <a:buChar char="•"/>
              <a:defRPr sz="3000"/>
            </a:lvl9pPr>
          </a:lstStyle>
          <a:p>
            <a:endParaRPr/>
          </a:p>
        </p:txBody>
      </p:sp>
      <p:sp>
        <p:nvSpPr>
          <p:cNvPr id="61" name="Google Shape;61;g39dddbd7dcc_0_977"/>
          <p:cNvSpPr txBox="1">
            <a:spLocks noGrp="1"/>
          </p:cNvSpPr>
          <p:nvPr>
            <p:ph type="body" idx="2"/>
          </p:nvPr>
        </p:nvSpPr>
        <p:spPr>
          <a:xfrm>
            <a:off x="1259682" y="3086100"/>
            <a:ext cx="5898300" cy="5717400"/>
          </a:xfrm>
          <a:prstGeom prst="rect">
            <a:avLst/>
          </a:prstGeom>
          <a:noFill/>
          <a:ln>
            <a:noFill/>
          </a:ln>
        </p:spPr>
        <p:txBody>
          <a:bodyPr spcFirstLastPara="1" wrap="square" lIns="137150" tIns="68550" rIns="137150" bIns="68550" anchor="t" anchorCtr="0">
            <a:normAutofit/>
          </a:bodyPr>
          <a:lstStyle>
            <a:lvl1pPr marL="457200" lvl="0" indent="-228600" algn="l">
              <a:lnSpc>
                <a:spcPct val="90000"/>
              </a:lnSpc>
              <a:spcBef>
                <a:spcPts val="1500"/>
              </a:spcBef>
              <a:spcAft>
                <a:spcPts val="0"/>
              </a:spcAft>
              <a:buClr>
                <a:schemeClr val="dk1"/>
              </a:buClr>
              <a:buSzPts val="2400"/>
              <a:buNone/>
              <a:defRPr sz="2400"/>
            </a:lvl1pPr>
            <a:lvl2pPr marL="914400" lvl="1" indent="-228600" algn="l">
              <a:lnSpc>
                <a:spcPct val="90000"/>
              </a:lnSpc>
              <a:spcBef>
                <a:spcPts val="800"/>
              </a:spcBef>
              <a:spcAft>
                <a:spcPts val="0"/>
              </a:spcAft>
              <a:buClr>
                <a:schemeClr val="dk1"/>
              </a:buClr>
              <a:buSzPts val="2100"/>
              <a:buNone/>
              <a:defRPr sz="2100"/>
            </a:lvl2pPr>
            <a:lvl3pPr marL="1371600" lvl="2" indent="-228600" algn="l">
              <a:lnSpc>
                <a:spcPct val="90000"/>
              </a:lnSpc>
              <a:spcBef>
                <a:spcPts val="800"/>
              </a:spcBef>
              <a:spcAft>
                <a:spcPts val="0"/>
              </a:spcAft>
              <a:buClr>
                <a:schemeClr val="dk1"/>
              </a:buClr>
              <a:buSzPts val="1800"/>
              <a:buNone/>
              <a:defRPr sz="1800"/>
            </a:lvl3pPr>
            <a:lvl4pPr marL="1828800" lvl="3" indent="-228600" algn="l">
              <a:lnSpc>
                <a:spcPct val="90000"/>
              </a:lnSpc>
              <a:spcBef>
                <a:spcPts val="800"/>
              </a:spcBef>
              <a:spcAft>
                <a:spcPts val="0"/>
              </a:spcAft>
              <a:buClr>
                <a:schemeClr val="dk1"/>
              </a:buClr>
              <a:buSzPts val="1500"/>
              <a:buNone/>
              <a:defRPr sz="1500"/>
            </a:lvl4pPr>
            <a:lvl5pPr marL="2286000" lvl="4" indent="-228600" algn="l">
              <a:lnSpc>
                <a:spcPct val="90000"/>
              </a:lnSpc>
              <a:spcBef>
                <a:spcPts val="800"/>
              </a:spcBef>
              <a:spcAft>
                <a:spcPts val="0"/>
              </a:spcAft>
              <a:buClr>
                <a:schemeClr val="dk1"/>
              </a:buClr>
              <a:buSzPts val="1500"/>
              <a:buNone/>
              <a:defRPr sz="1500"/>
            </a:lvl5pPr>
            <a:lvl6pPr marL="2743200" lvl="5" indent="-228600" algn="l">
              <a:lnSpc>
                <a:spcPct val="90000"/>
              </a:lnSpc>
              <a:spcBef>
                <a:spcPts val="800"/>
              </a:spcBef>
              <a:spcAft>
                <a:spcPts val="0"/>
              </a:spcAft>
              <a:buClr>
                <a:schemeClr val="dk1"/>
              </a:buClr>
              <a:buSzPts val="1500"/>
              <a:buNone/>
              <a:defRPr sz="1500"/>
            </a:lvl6pPr>
            <a:lvl7pPr marL="3200400" lvl="6" indent="-228600" algn="l">
              <a:lnSpc>
                <a:spcPct val="90000"/>
              </a:lnSpc>
              <a:spcBef>
                <a:spcPts val="800"/>
              </a:spcBef>
              <a:spcAft>
                <a:spcPts val="0"/>
              </a:spcAft>
              <a:buClr>
                <a:schemeClr val="dk1"/>
              </a:buClr>
              <a:buSzPts val="1500"/>
              <a:buNone/>
              <a:defRPr sz="1500"/>
            </a:lvl7pPr>
            <a:lvl8pPr marL="3657600" lvl="7" indent="-228600" algn="l">
              <a:lnSpc>
                <a:spcPct val="90000"/>
              </a:lnSpc>
              <a:spcBef>
                <a:spcPts val="800"/>
              </a:spcBef>
              <a:spcAft>
                <a:spcPts val="0"/>
              </a:spcAft>
              <a:buClr>
                <a:schemeClr val="dk1"/>
              </a:buClr>
              <a:buSzPts val="1500"/>
              <a:buNone/>
              <a:defRPr sz="1500"/>
            </a:lvl8pPr>
            <a:lvl9pPr marL="4114800" lvl="8" indent="-228600" algn="l">
              <a:lnSpc>
                <a:spcPct val="90000"/>
              </a:lnSpc>
              <a:spcBef>
                <a:spcPts val="800"/>
              </a:spcBef>
              <a:spcAft>
                <a:spcPts val="0"/>
              </a:spcAft>
              <a:buClr>
                <a:schemeClr val="dk1"/>
              </a:buClr>
              <a:buSzPts val="1500"/>
              <a:buNone/>
              <a:defRPr sz="1500"/>
            </a:lvl9pPr>
          </a:lstStyle>
          <a:p>
            <a:endParaRPr/>
          </a:p>
        </p:txBody>
      </p:sp>
      <p:sp>
        <p:nvSpPr>
          <p:cNvPr id="62" name="Google Shape;62;g39dddbd7dcc_0_977"/>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3" name="Google Shape;63;g39dddbd7dcc_0_977"/>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4" name="Google Shape;64;g39dddbd7dcc_0_977"/>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g39dddbd7dcc_0_984"/>
          <p:cNvSpPr txBox="1">
            <a:spLocks noGrp="1"/>
          </p:cNvSpPr>
          <p:nvPr>
            <p:ph type="title"/>
          </p:nvPr>
        </p:nvSpPr>
        <p:spPr>
          <a:xfrm>
            <a:off x="1259682" y="685800"/>
            <a:ext cx="5898300" cy="2400300"/>
          </a:xfrm>
          <a:prstGeom prst="rect">
            <a:avLst/>
          </a:prstGeom>
          <a:noFill/>
          <a:ln>
            <a:noFill/>
          </a:ln>
        </p:spPr>
        <p:txBody>
          <a:bodyPr spcFirstLastPara="1" wrap="square" lIns="137150" tIns="68550" rIns="137150" bIns="68550" anchor="b" anchorCtr="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7" name="Google Shape;67;g39dddbd7dcc_0_984"/>
          <p:cNvSpPr>
            <a:spLocks noGrp="1"/>
          </p:cNvSpPr>
          <p:nvPr>
            <p:ph type="pic" idx="2"/>
          </p:nvPr>
        </p:nvSpPr>
        <p:spPr>
          <a:xfrm>
            <a:off x="7774782" y="1481138"/>
            <a:ext cx="9258300" cy="7310400"/>
          </a:xfrm>
          <a:prstGeom prst="rect">
            <a:avLst/>
          </a:prstGeom>
          <a:noFill/>
          <a:ln>
            <a:noFill/>
          </a:ln>
        </p:spPr>
      </p:sp>
      <p:sp>
        <p:nvSpPr>
          <p:cNvPr id="68" name="Google Shape;68;g39dddbd7dcc_0_984"/>
          <p:cNvSpPr txBox="1">
            <a:spLocks noGrp="1"/>
          </p:cNvSpPr>
          <p:nvPr>
            <p:ph type="body" idx="1"/>
          </p:nvPr>
        </p:nvSpPr>
        <p:spPr>
          <a:xfrm>
            <a:off x="1259682" y="3086100"/>
            <a:ext cx="5898300" cy="5717400"/>
          </a:xfrm>
          <a:prstGeom prst="rect">
            <a:avLst/>
          </a:prstGeom>
          <a:noFill/>
          <a:ln>
            <a:noFill/>
          </a:ln>
        </p:spPr>
        <p:txBody>
          <a:bodyPr spcFirstLastPara="1" wrap="square" lIns="137150" tIns="68550" rIns="137150" bIns="68550" anchor="t" anchorCtr="0">
            <a:normAutofit/>
          </a:bodyPr>
          <a:lstStyle>
            <a:lvl1pPr marL="457200" lvl="0" indent="-228600" algn="l">
              <a:lnSpc>
                <a:spcPct val="90000"/>
              </a:lnSpc>
              <a:spcBef>
                <a:spcPts val="1500"/>
              </a:spcBef>
              <a:spcAft>
                <a:spcPts val="0"/>
              </a:spcAft>
              <a:buClr>
                <a:schemeClr val="dk1"/>
              </a:buClr>
              <a:buSzPts val="2400"/>
              <a:buNone/>
              <a:defRPr sz="2400"/>
            </a:lvl1pPr>
            <a:lvl2pPr marL="914400" lvl="1" indent="-228600" algn="l">
              <a:lnSpc>
                <a:spcPct val="90000"/>
              </a:lnSpc>
              <a:spcBef>
                <a:spcPts val="800"/>
              </a:spcBef>
              <a:spcAft>
                <a:spcPts val="0"/>
              </a:spcAft>
              <a:buClr>
                <a:schemeClr val="dk1"/>
              </a:buClr>
              <a:buSzPts val="2100"/>
              <a:buNone/>
              <a:defRPr sz="2100"/>
            </a:lvl2pPr>
            <a:lvl3pPr marL="1371600" lvl="2" indent="-228600" algn="l">
              <a:lnSpc>
                <a:spcPct val="90000"/>
              </a:lnSpc>
              <a:spcBef>
                <a:spcPts val="800"/>
              </a:spcBef>
              <a:spcAft>
                <a:spcPts val="0"/>
              </a:spcAft>
              <a:buClr>
                <a:schemeClr val="dk1"/>
              </a:buClr>
              <a:buSzPts val="1800"/>
              <a:buNone/>
              <a:defRPr sz="1800"/>
            </a:lvl3pPr>
            <a:lvl4pPr marL="1828800" lvl="3" indent="-228600" algn="l">
              <a:lnSpc>
                <a:spcPct val="90000"/>
              </a:lnSpc>
              <a:spcBef>
                <a:spcPts val="800"/>
              </a:spcBef>
              <a:spcAft>
                <a:spcPts val="0"/>
              </a:spcAft>
              <a:buClr>
                <a:schemeClr val="dk1"/>
              </a:buClr>
              <a:buSzPts val="1500"/>
              <a:buNone/>
              <a:defRPr sz="1500"/>
            </a:lvl4pPr>
            <a:lvl5pPr marL="2286000" lvl="4" indent="-228600" algn="l">
              <a:lnSpc>
                <a:spcPct val="90000"/>
              </a:lnSpc>
              <a:spcBef>
                <a:spcPts val="800"/>
              </a:spcBef>
              <a:spcAft>
                <a:spcPts val="0"/>
              </a:spcAft>
              <a:buClr>
                <a:schemeClr val="dk1"/>
              </a:buClr>
              <a:buSzPts val="1500"/>
              <a:buNone/>
              <a:defRPr sz="1500"/>
            </a:lvl5pPr>
            <a:lvl6pPr marL="2743200" lvl="5" indent="-228600" algn="l">
              <a:lnSpc>
                <a:spcPct val="90000"/>
              </a:lnSpc>
              <a:spcBef>
                <a:spcPts val="800"/>
              </a:spcBef>
              <a:spcAft>
                <a:spcPts val="0"/>
              </a:spcAft>
              <a:buClr>
                <a:schemeClr val="dk1"/>
              </a:buClr>
              <a:buSzPts val="1500"/>
              <a:buNone/>
              <a:defRPr sz="1500"/>
            </a:lvl6pPr>
            <a:lvl7pPr marL="3200400" lvl="6" indent="-228600" algn="l">
              <a:lnSpc>
                <a:spcPct val="90000"/>
              </a:lnSpc>
              <a:spcBef>
                <a:spcPts val="800"/>
              </a:spcBef>
              <a:spcAft>
                <a:spcPts val="0"/>
              </a:spcAft>
              <a:buClr>
                <a:schemeClr val="dk1"/>
              </a:buClr>
              <a:buSzPts val="1500"/>
              <a:buNone/>
              <a:defRPr sz="1500"/>
            </a:lvl7pPr>
            <a:lvl8pPr marL="3657600" lvl="7" indent="-228600" algn="l">
              <a:lnSpc>
                <a:spcPct val="90000"/>
              </a:lnSpc>
              <a:spcBef>
                <a:spcPts val="800"/>
              </a:spcBef>
              <a:spcAft>
                <a:spcPts val="0"/>
              </a:spcAft>
              <a:buClr>
                <a:schemeClr val="dk1"/>
              </a:buClr>
              <a:buSzPts val="1500"/>
              <a:buNone/>
              <a:defRPr sz="1500"/>
            </a:lvl8pPr>
            <a:lvl9pPr marL="4114800" lvl="8" indent="-228600" algn="l">
              <a:lnSpc>
                <a:spcPct val="90000"/>
              </a:lnSpc>
              <a:spcBef>
                <a:spcPts val="800"/>
              </a:spcBef>
              <a:spcAft>
                <a:spcPts val="0"/>
              </a:spcAft>
              <a:buClr>
                <a:schemeClr val="dk1"/>
              </a:buClr>
              <a:buSzPts val="1500"/>
              <a:buNone/>
              <a:defRPr sz="1500"/>
            </a:lvl9pPr>
          </a:lstStyle>
          <a:p>
            <a:endParaRPr/>
          </a:p>
        </p:txBody>
      </p:sp>
      <p:sp>
        <p:nvSpPr>
          <p:cNvPr id="69" name="Google Shape;69;g39dddbd7dcc_0_984"/>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0" name="Google Shape;70;g39dddbd7dcc_0_984"/>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1" name="Google Shape;71;g39dddbd7dcc_0_984"/>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g39dddbd7dcc_0_991"/>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4" name="Google Shape;74;g39dddbd7dcc_0_991"/>
          <p:cNvSpPr txBox="1">
            <a:spLocks noGrp="1"/>
          </p:cNvSpPr>
          <p:nvPr>
            <p:ph type="body" idx="1"/>
          </p:nvPr>
        </p:nvSpPr>
        <p:spPr>
          <a:xfrm rot="5400000">
            <a:off x="5880600" y="-1884862"/>
            <a:ext cx="6526800" cy="157734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75" name="Google Shape;75;g39dddbd7dcc_0_991"/>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6" name="Google Shape;76;g39dddbd7dcc_0_991"/>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7" name="Google Shape;77;g39dddbd7dcc_0_991"/>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g39dddbd7dcc_0_997"/>
          <p:cNvSpPr txBox="1">
            <a:spLocks noGrp="1"/>
          </p:cNvSpPr>
          <p:nvPr>
            <p:ph type="title"/>
          </p:nvPr>
        </p:nvSpPr>
        <p:spPr>
          <a:xfrm rot="5400000">
            <a:off x="10700250" y="2934938"/>
            <a:ext cx="8717700" cy="3943200"/>
          </a:xfrm>
          <a:prstGeom prst="rect">
            <a:avLst/>
          </a:prstGeom>
          <a:noFill/>
          <a:ln>
            <a:noFill/>
          </a:ln>
        </p:spPr>
        <p:txBody>
          <a:bodyPr spcFirstLastPara="1" wrap="square" lIns="137150" tIns="68550" rIns="137150" bIns="68550" anchor="ctr" anchorCtr="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0" name="Google Shape;80;g39dddbd7dcc_0_997"/>
          <p:cNvSpPr txBox="1">
            <a:spLocks noGrp="1"/>
          </p:cNvSpPr>
          <p:nvPr>
            <p:ph type="body" idx="1"/>
          </p:nvPr>
        </p:nvSpPr>
        <p:spPr>
          <a:xfrm rot="5400000">
            <a:off x="2699250" y="-894112"/>
            <a:ext cx="8717700" cy="11601300"/>
          </a:xfrm>
          <a:prstGeom prst="rect">
            <a:avLst/>
          </a:prstGeom>
          <a:noFill/>
          <a:ln>
            <a:noFill/>
          </a:ln>
        </p:spPr>
        <p:txBody>
          <a:bodyPr spcFirstLastPara="1" wrap="square" lIns="137150" tIns="68550" rIns="137150" bIns="68550" anchor="t" anchorCtr="0">
            <a:norm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81" name="Google Shape;81;g39dddbd7dcc_0_997"/>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2" name="Google Shape;82;g39dddbd7dcc_0_997"/>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3" name="Google Shape;83;g39dddbd7dcc_0_997"/>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0"/>
        <p:cNvGrpSpPr/>
        <p:nvPr/>
      </p:nvGrpSpPr>
      <p:grpSpPr>
        <a:xfrm>
          <a:off x="0" y="0"/>
          <a:ext cx="0" cy="0"/>
          <a:chOff x="0" y="0"/>
          <a:chExt cx="0" cy="0"/>
        </a:xfrm>
      </p:grpSpPr>
      <p:sp>
        <p:nvSpPr>
          <p:cNvPr id="91" name="Google Shape;9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3" name="Google Shape;93;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0"/>
        <p:cNvGrpSpPr/>
        <p:nvPr/>
      </p:nvGrpSpPr>
      <p:grpSpPr>
        <a:xfrm>
          <a:off x="0" y="0"/>
          <a:ext cx="0" cy="0"/>
          <a:chOff x="0" y="0"/>
          <a:chExt cx="0" cy="0"/>
        </a:xfrm>
      </p:grpSpPr>
      <p:sp>
        <p:nvSpPr>
          <p:cNvPr id="101" name="Google Shape;101;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03" name="Google Shape;10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6"/>
        <p:cNvGrpSpPr/>
        <p:nvPr/>
      </p:nvGrpSpPr>
      <p:grpSpPr>
        <a:xfrm>
          <a:off x="0" y="0"/>
          <a:ext cx="0" cy="0"/>
          <a:chOff x="0" y="0"/>
          <a:chExt cx="0" cy="0"/>
        </a:xfrm>
      </p:grpSpPr>
      <p:sp>
        <p:nvSpPr>
          <p:cNvPr id="107" name="Google Shape;107;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09" name="Google Shape;109;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2"/>
        <p:cNvGrpSpPr/>
        <p:nvPr/>
      </p:nvGrpSpPr>
      <p:grpSpPr>
        <a:xfrm>
          <a:off x="0" y="0"/>
          <a:ext cx="0" cy="0"/>
          <a:chOff x="0" y="0"/>
          <a:chExt cx="0" cy="0"/>
        </a:xfrm>
      </p:grpSpPr>
      <p:sp>
        <p:nvSpPr>
          <p:cNvPr id="113" name="Google Shape;113;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5" name="Google Shape;115;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6" name="Google Shape;116;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9"/>
        <p:cNvGrpSpPr/>
        <p:nvPr/>
      </p:nvGrpSpPr>
      <p:grpSpPr>
        <a:xfrm>
          <a:off x="0" y="0"/>
          <a:ext cx="0" cy="0"/>
          <a:chOff x="0" y="0"/>
          <a:chExt cx="0" cy="0"/>
        </a:xfrm>
      </p:grpSpPr>
      <p:sp>
        <p:nvSpPr>
          <p:cNvPr id="120" name="Google Shape;120;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22" name="Google Shape;122;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23" name="Google Shape;123;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24" name="Google Shape;124;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25" name="Google Shape;125;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8"/>
        <p:cNvGrpSpPr/>
        <p:nvPr/>
      </p:nvGrpSpPr>
      <p:grpSpPr>
        <a:xfrm>
          <a:off x="0" y="0"/>
          <a:ext cx="0" cy="0"/>
          <a:chOff x="0" y="0"/>
          <a:chExt cx="0" cy="0"/>
        </a:xfrm>
      </p:grpSpPr>
      <p:sp>
        <p:nvSpPr>
          <p:cNvPr id="129" name="Google Shape;12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3"/>
        <p:cNvGrpSpPr/>
        <p:nvPr/>
      </p:nvGrpSpPr>
      <p:grpSpPr>
        <a:xfrm>
          <a:off x="0" y="0"/>
          <a:ext cx="0" cy="0"/>
          <a:chOff x="0" y="0"/>
          <a:chExt cx="0" cy="0"/>
        </a:xfrm>
      </p:grpSpPr>
      <p:sp>
        <p:nvSpPr>
          <p:cNvPr id="134" name="Google Shape;134;p2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2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6" name="Google Shape;136;p2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7" name="Google Shape;13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28"/>
          <p:cNvSpPr>
            <a:spLocks noGrp="1"/>
          </p:cNvSpPr>
          <p:nvPr>
            <p:ph type="pic" idx="2"/>
          </p:nvPr>
        </p:nvSpPr>
        <p:spPr>
          <a:xfrm>
            <a:off x="1792288" y="612775"/>
            <a:ext cx="5486400" cy="4114800"/>
          </a:xfrm>
          <a:prstGeom prst="rect">
            <a:avLst/>
          </a:prstGeom>
          <a:noFill/>
          <a:ln>
            <a:noFill/>
          </a:ln>
        </p:spPr>
      </p:sp>
      <p:sp>
        <p:nvSpPr>
          <p:cNvPr id="143" name="Google Shape;143;p2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44" name="Google Shape;144;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sp>
        <p:nvSpPr>
          <p:cNvPr id="148" name="Google Shape;148;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2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0" name="Google Shape;150;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p3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3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6" name="Google Shape;15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39dddbd7dcc_0_928"/>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lvl1pPr marR="0" lvl="0" algn="l" rtl="0">
              <a:lnSpc>
                <a:spcPct val="90000"/>
              </a:lnSpc>
              <a:spcBef>
                <a:spcPts val="0"/>
              </a:spcBef>
              <a:spcAft>
                <a:spcPts val="0"/>
              </a:spcAft>
              <a:buClr>
                <a:schemeClr val="dk1"/>
              </a:buClr>
              <a:buSzPts val="6600"/>
              <a:buFont typeface="Calibri"/>
              <a:buNone/>
              <a:defRPr sz="66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9pPr>
          </a:lstStyle>
          <a:p>
            <a:endParaRPr/>
          </a:p>
        </p:txBody>
      </p:sp>
      <p:sp>
        <p:nvSpPr>
          <p:cNvPr id="11" name="Google Shape;11;g39dddbd7dcc_0_928"/>
          <p:cNvSpPr txBox="1">
            <a:spLocks noGrp="1"/>
          </p:cNvSpPr>
          <p:nvPr>
            <p:ph type="body" idx="1"/>
          </p:nvPr>
        </p:nvSpPr>
        <p:spPr>
          <a:xfrm>
            <a:off x="1257300" y="2738438"/>
            <a:ext cx="15773400" cy="6526800"/>
          </a:xfrm>
          <a:prstGeom prst="rect">
            <a:avLst/>
          </a:prstGeom>
          <a:noFill/>
          <a:ln>
            <a:noFill/>
          </a:ln>
        </p:spPr>
        <p:txBody>
          <a:bodyPr spcFirstLastPara="1" wrap="square" lIns="137150" tIns="68550" rIns="137150" bIns="68550" anchor="t" anchorCtr="0">
            <a:normAutofit/>
          </a:bodyPr>
          <a:lstStyle>
            <a:lvl1pPr marL="457200" marR="0" lvl="0" indent="-495300" algn="l" rtl="0">
              <a:lnSpc>
                <a:spcPct val="90000"/>
              </a:lnSpc>
              <a:spcBef>
                <a:spcPts val="1500"/>
              </a:spcBef>
              <a:spcAft>
                <a:spcPts val="0"/>
              </a:spcAft>
              <a:buClr>
                <a:schemeClr val="dk1"/>
              </a:buClr>
              <a:buSzPts val="4200"/>
              <a:buFont typeface="Arial"/>
              <a:buChar char="•"/>
              <a:defRPr sz="4200" b="0" i="0" u="none" strike="noStrike" cap="none">
                <a:solidFill>
                  <a:schemeClr val="dk1"/>
                </a:solidFill>
                <a:latin typeface="Calibri"/>
                <a:ea typeface="Calibri"/>
                <a:cs typeface="Calibri"/>
                <a:sym typeface="Calibri"/>
              </a:defRPr>
            </a:lvl1pPr>
            <a:lvl2pPr marL="914400" marR="0" lvl="1" indent="-457200" algn="l" rtl="0">
              <a:lnSpc>
                <a:spcPct val="90000"/>
              </a:lnSpc>
              <a:spcBef>
                <a:spcPts val="8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2pPr>
            <a:lvl3pPr marL="1371600" marR="0" lvl="2" indent="-419100" algn="l" rtl="0">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3pPr>
            <a:lvl4pPr marL="1828800" marR="0" lvl="3"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2" name="Google Shape;12;g39dddbd7dcc_0_928"/>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marR="0" lvl="0" algn="l" rtl="0">
              <a:lnSpc>
                <a:spcPct val="100000"/>
              </a:lnSpc>
              <a:spcBef>
                <a:spcPts val="0"/>
              </a:spcBef>
              <a:spcAft>
                <a:spcPts val="0"/>
              </a:spcAft>
              <a:buClr>
                <a:srgbClr val="000000"/>
              </a:buClr>
              <a:buSzPts val="21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9pPr>
          </a:lstStyle>
          <a:p>
            <a:endParaRPr/>
          </a:p>
        </p:txBody>
      </p:sp>
      <p:sp>
        <p:nvSpPr>
          <p:cNvPr id="13" name="Google Shape;13;g39dddbd7dcc_0_928"/>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marR="0" lvl="0" algn="ctr" rtl="0">
              <a:lnSpc>
                <a:spcPct val="100000"/>
              </a:lnSpc>
              <a:spcBef>
                <a:spcPts val="0"/>
              </a:spcBef>
              <a:spcAft>
                <a:spcPts val="0"/>
              </a:spcAft>
              <a:buClr>
                <a:srgbClr val="000000"/>
              </a:buClr>
              <a:buSzPts val="21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9pPr>
          </a:lstStyle>
          <a:p>
            <a:endParaRPr/>
          </a:p>
        </p:txBody>
      </p:sp>
      <p:sp>
        <p:nvSpPr>
          <p:cNvPr id="14" name="Google Shape;14;g39dddbd7dcc_0_928"/>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6" name="Google Shape;86;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leetcode.com/problems/implement-queue-using-stack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leetcode.com/problems/evaluate-reverse-polish-notation/"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hyperlink" Target="https://leetcode.com/problems/implement-queue-using-stack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hyperlink" Target="https://leetcode.com/problems/implement-queue-using-stacks/"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hyperlink" Target="https://leetcode.com/problems/implement-queue-using-stack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hyperlink" Target="https://leetcode.com/problems/implement-queue-using-stack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9dddbd7dcc_0_81"/>
          <p:cNvSpPr txBox="1">
            <a:spLocks noGrp="1"/>
          </p:cNvSpPr>
          <p:nvPr>
            <p:ph type="ctrTitle"/>
          </p:nvPr>
        </p:nvSpPr>
        <p:spPr>
          <a:xfrm>
            <a:off x="2286000" y="2637701"/>
            <a:ext cx="13716000" cy="3581700"/>
          </a:xfrm>
          <a:prstGeom prst="rect">
            <a:avLst/>
          </a:prstGeom>
          <a:noFill/>
          <a:ln>
            <a:noFill/>
          </a:ln>
        </p:spPr>
        <p:txBody>
          <a:bodyPr spcFirstLastPara="1" wrap="square" lIns="137150" tIns="68550" rIns="137150" bIns="68550" anchor="b" anchorCtr="0">
            <a:normAutofit/>
          </a:bodyPr>
          <a:lstStyle/>
          <a:p>
            <a:pPr marL="0" lvl="0" indent="0" algn="ctr" rtl="0">
              <a:lnSpc>
                <a:spcPct val="90000"/>
              </a:lnSpc>
              <a:spcBef>
                <a:spcPts val="0"/>
              </a:spcBef>
              <a:spcAft>
                <a:spcPts val="0"/>
              </a:spcAft>
              <a:buClr>
                <a:schemeClr val="dk1"/>
              </a:buClr>
              <a:buSzPts val="10500"/>
              <a:buFont typeface="Cambria"/>
              <a:buNone/>
            </a:pPr>
            <a:r>
              <a:rPr lang="en-US" sz="10500">
                <a:latin typeface="Cambria"/>
                <a:ea typeface="Cambria"/>
                <a:cs typeface="Cambria"/>
                <a:sym typeface="Cambria"/>
              </a:rPr>
              <a:t>Practical 2</a:t>
            </a:r>
            <a:endParaRPr sz="10500">
              <a:latin typeface="Cambria"/>
              <a:ea typeface="Cambria"/>
              <a:cs typeface="Cambria"/>
              <a:sym typeface="Cambria"/>
            </a:endParaRPr>
          </a:p>
        </p:txBody>
      </p:sp>
      <p:sp>
        <p:nvSpPr>
          <p:cNvPr id="164" name="Google Shape;164;g39dddbd7dcc_0_81"/>
          <p:cNvSpPr txBox="1">
            <a:spLocks noGrp="1"/>
          </p:cNvSpPr>
          <p:nvPr>
            <p:ph type="subTitle" idx="1"/>
          </p:nvPr>
        </p:nvSpPr>
        <p:spPr>
          <a:xfrm>
            <a:off x="2286000" y="6297579"/>
            <a:ext cx="13716000" cy="2483700"/>
          </a:xfrm>
          <a:prstGeom prst="rect">
            <a:avLst/>
          </a:prstGeom>
          <a:noFill/>
          <a:ln>
            <a:noFill/>
          </a:ln>
        </p:spPr>
        <p:txBody>
          <a:bodyPr spcFirstLastPara="1" wrap="square" lIns="137150" tIns="68550" rIns="137150" bIns="68550" anchor="t" anchorCtr="0">
            <a:normAutofit/>
          </a:bodyPr>
          <a:lstStyle/>
          <a:p>
            <a:pPr marL="0" lvl="0" indent="0" algn="ctr" rtl="0">
              <a:lnSpc>
                <a:spcPct val="90000"/>
              </a:lnSpc>
              <a:spcBef>
                <a:spcPts val="1500"/>
              </a:spcBef>
              <a:spcAft>
                <a:spcPts val="0"/>
              </a:spcAft>
              <a:buClr>
                <a:schemeClr val="dk1"/>
              </a:buClr>
              <a:buSzPts val="3600"/>
              <a:buNone/>
            </a:pPr>
            <a:r>
              <a:rPr lang="en-US">
                <a:solidFill>
                  <a:srgbClr val="000000"/>
                </a:solidFill>
                <a:latin typeface="Cambria"/>
                <a:ea typeface="Cambria"/>
                <a:cs typeface="Cambria"/>
                <a:sym typeface="Cambria"/>
              </a:rPr>
              <a:t>Evaluation of Expressions Using Stack</a:t>
            </a:r>
            <a:endParaRPr>
              <a:solidFill>
                <a:srgbClr val="000000"/>
              </a:solidFill>
              <a:latin typeface="Cambria"/>
              <a:ea typeface="Cambria"/>
              <a:cs typeface="Cambria"/>
              <a:sym typeface="Cambria"/>
            </a:endParaRPr>
          </a:p>
        </p:txBody>
      </p:sp>
      <p:sp>
        <p:nvSpPr>
          <p:cNvPr id="165" name="Google Shape;165;g39dddbd7dcc_0_81"/>
          <p:cNvSpPr/>
          <p:nvPr/>
        </p:nvSpPr>
        <p:spPr>
          <a:xfrm>
            <a:off x="4606112" y="2271933"/>
            <a:ext cx="9075777" cy="2276684"/>
          </a:xfrm>
          <a:custGeom>
            <a:avLst/>
            <a:gdLst/>
            <a:ahLst/>
            <a:cxnLst/>
            <a:rect l="l" t="t" r="r" b="b"/>
            <a:pathLst>
              <a:path w="6050518" h="1517789" extrusionOk="0">
                <a:moveTo>
                  <a:pt x="0" y="0"/>
                </a:moveTo>
                <a:lnTo>
                  <a:pt x="6050518" y="0"/>
                </a:lnTo>
                <a:lnTo>
                  <a:pt x="6050518" y="1517788"/>
                </a:lnTo>
                <a:lnTo>
                  <a:pt x="0" y="1517788"/>
                </a:lnTo>
                <a:lnTo>
                  <a:pt x="0" y="0"/>
                </a:lnTo>
                <a:close/>
              </a:path>
            </a:pathLst>
          </a:custGeom>
          <a:blipFill rotWithShape="1">
            <a:blip r:embed="rId3">
              <a:alphaModFix/>
            </a:blip>
            <a:stretch>
              <a:fillRect t="-4638" b="-5646"/>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graphicFrame>
        <p:nvGraphicFramePr>
          <p:cNvPr id="170" name="Google Shape;170;g39dddbd7dcc_0_162"/>
          <p:cNvGraphicFramePr/>
          <p:nvPr/>
        </p:nvGraphicFramePr>
        <p:xfrm>
          <a:off x="4964309" y="1898759"/>
          <a:ext cx="8014275" cy="662940"/>
        </p:xfrm>
        <a:graphic>
          <a:graphicData uri="http://schemas.openxmlformats.org/drawingml/2006/table">
            <a:tbl>
              <a:tblPr>
                <a:noFill/>
                <a:tableStyleId>{FCEF2E40-CD48-433C-9AA3-B25668203A5A}</a:tableStyleId>
              </a:tblPr>
              <a:tblGrid>
                <a:gridCol w="8014275">
                  <a:extLst>
                    <a:ext uri="{9D8B030D-6E8A-4147-A177-3AD203B41FA5}">
                      <a16:colId xmlns:a16="http://schemas.microsoft.com/office/drawing/2014/main" val="20000"/>
                    </a:ext>
                  </a:extLst>
                </a:gridCol>
              </a:tblGrid>
              <a:tr h="537225">
                <a:tc>
                  <a:txBody>
                    <a:bodyPr/>
                    <a:lstStyle/>
                    <a:p>
                      <a:pPr marL="0" marR="0" lvl="0" indent="0" algn="ctr" rtl="0">
                        <a:lnSpc>
                          <a:spcPct val="100000"/>
                        </a:lnSpc>
                        <a:spcBef>
                          <a:spcPts val="0"/>
                        </a:spcBef>
                        <a:spcAft>
                          <a:spcPts val="0"/>
                        </a:spcAft>
                        <a:buClr>
                          <a:srgbClr val="000000"/>
                        </a:buClr>
                        <a:buSzPts val="3600"/>
                        <a:buFont typeface="Cambria"/>
                        <a:buNone/>
                      </a:pPr>
                      <a:r>
                        <a:rPr lang="en-US" sz="3600" b="1" i="0" u="none" strike="noStrike" cap="none">
                          <a:solidFill>
                            <a:srgbClr val="000000"/>
                          </a:solidFill>
                          <a:latin typeface="Cambria"/>
                          <a:ea typeface="Cambria"/>
                          <a:cs typeface="Cambria"/>
                          <a:sym typeface="Cambria"/>
                        </a:rPr>
                        <a:t>Lesson Plan</a:t>
                      </a:r>
                      <a:endParaRPr sz="36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71" name="Google Shape;171;g39dddbd7dcc_0_162"/>
          <p:cNvSpPr/>
          <p:nvPr/>
        </p:nvSpPr>
        <p:spPr>
          <a:xfrm>
            <a:off x="14987223" y="6"/>
            <a:ext cx="3217202" cy="149328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graphicFrame>
        <p:nvGraphicFramePr>
          <p:cNvPr id="172" name="Google Shape;172;g39dddbd7dcc_0_162"/>
          <p:cNvGraphicFramePr/>
          <p:nvPr/>
        </p:nvGraphicFramePr>
        <p:xfrm>
          <a:off x="2191611" y="4119414"/>
          <a:ext cx="13589200" cy="1051560"/>
        </p:xfrm>
        <a:graphic>
          <a:graphicData uri="http://schemas.openxmlformats.org/drawingml/2006/table">
            <a:tbl>
              <a:tblPr>
                <a:noFill/>
                <a:tableStyleId>{FCEF2E40-CD48-433C-9AA3-B25668203A5A}</a:tableStyleId>
              </a:tblPr>
              <a:tblGrid>
                <a:gridCol w="4297700">
                  <a:extLst>
                    <a:ext uri="{9D8B030D-6E8A-4147-A177-3AD203B41FA5}">
                      <a16:colId xmlns:a16="http://schemas.microsoft.com/office/drawing/2014/main" val="20000"/>
                    </a:ext>
                  </a:extLst>
                </a:gridCol>
                <a:gridCol w="9291500">
                  <a:extLst>
                    <a:ext uri="{9D8B030D-6E8A-4147-A177-3AD203B41FA5}">
                      <a16:colId xmlns:a16="http://schemas.microsoft.com/office/drawing/2014/main" val="20001"/>
                    </a:ext>
                  </a:extLst>
                </a:gridCol>
              </a:tblGrid>
              <a:tr h="240050">
                <a:tc>
                  <a:txBody>
                    <a:bodyPr/>
                    <a:lstStyle/>
                    <a:p>
                      <a:pPr marL="0" marR="0" lvl="0" indent="0" algn="ctr" rtl="0">
                        <a:lnSpc>
                          <a:spcPct val="100000"/>
                        </a:lnSpc>
                        <a:spcBef>
                          <a:spcPts val="0"/>
                        </a:spcBef>
                        <a:spcAft>
                          <a:spcPts val="0"/>
                        </a:spcAft>
                        <a:buClr>
                          <a:srgbClr val="000000"/>
                        </a:buClr>
                        <a:buSzPts val="2700"/>
                        <a:buFont typeface="Cambria"/>
                        <a:buNone/>
                      </a:pPr>
                      <a:r>
                        <a:rPr lang="en-US" sz="2700" b="1" i="0" u="none" strike="noStrike" cap="none">
                          <a:solidFill>
                            <a:srgbClr val="000000"/>
                          </a:solidFill>
                          <a:latin typeface="Cambria"/>
                          <a:ea typeface="Cambria"/>
                          <a:cs typeface="Cambria"/>
                          <a:sym typeface="Cambria"/>
                        </a:rPr>
                        <a:t>Subject/Course</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70C0"/>
                        </a:buClr>
                        <a:buSzPts val="2700"/>
                        <a:buFont typeface="Cambria"/>
                        <a:buNone/>
                      </a:pPr>
                      <a:r>
                        <a:rPr lang="en-US" sz="2700" b="1" i="0" u="none" strike="noStrike" cap="none">
                          <a:solidFill>
                            <a:srgbClr val="0070C0"/>
                          </a:solidFill>
                          <a:latin typeface="Cambria"/>
                          <a:ea typeface="Cambria"/>
                          <a:cs typeface="Cambria"/>
                          <a:sym typeface="Cambria"/>
                        </a:rPr>
                        <a:t>Competitive Coding</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40050">
                <a:tc>
                  <a:txBody>
                    <a:bodyPr/>
                    <a:lstStyle/>
                    <a:p>
                      <a:pPr marL="0" marR="0" lvl="0" indent="0" algn="ctr" rtl="0">
                        <a:lnSpc>
                          <a:spcPct val="100000"/>
                        </a:lnSpc>
                        <a:spcBef>
                          <a:spcPts val="0"/>
                        </a:spcBef>
                        <a:spcAft>
                          <a:spcPts val="0"/>
                        </a:spcAft>
                        <a:buClr>
                          <a:srgbClr val="000000"/>
                        </a:buClr>
                        <a:buSzPts val="2700"/>
                        <a:buFont typeface="Cambria"/>
                        <a:buNone/>
                      </a:pPr>
                      <a:r>
                        <a:rPr lang="en-US" sz="2700" b="1" i="0" u="none" strike="noStrike" cap="none">
                          <a:solidFill>
                            <a:srgbClr val="000000"/>
                          </a:solidFill>
                          <a:latin typeface="Cambria"/>
                          <a:ea typeface="Cambria"/>
                          <a:cs typeface="Cambria"/>
                          <a:sym typeface="Cambria"/>
                        </a:rPr>
                        <a:t>Lesson Title</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70C0"/>
                        </a:buClr>
                        <a:buSzPts val="2700"/>
                        <a:buFont typeface="Cambria"/>
                        <a:buNone/>
                      </a:pPr>
                      <a:r>
                        <a:rPr lang="en-US" sz="2700" b="1" u="none" strike="noStrike" cap="none">
                          <a:solidFill>
                            <a:srgbClr val="0070C0"/>
                          </a:solidFill>
                          <a:latin typeface="Cambria"/>
                          <a:ea typeface="Cambria"/>
                          <a:cs typeface="Cambria"/>
                          <a:sym typeface="Cambria"/>
                        </a:rPr>
                        <a:t>Evaluation of Expressions Using Stack</a:t>
                      </a:r>
                      <a:endParaRPr sz="2700" b="1" u="none" strike="noStrike" cap="none">
                        <a:solidFill>
                          <a:srgbClr val="0070C0"/>
                        </a:solidFill>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173" name="Google Shape;173;g39dddbd7dcc_0_162"/>
          <p:cNvGraphicFramePr/>
          <p:nvPr/>
        </p:nvGraphicFramePr>
        <p:xfrm>
          <a:off x="2206598" y="5392936"/>
          <a:ext cx="13559175" cy="2628900"/>
        </p:xfrm>
        <a:graphic>
          <a:graphicData uri="http://schemas.openxmlformats.org/drawingml/2006/table">
            <a:tbl>
              <a:tblPr>
                <a:noFill/>
                <a:tableStyleId>{FCEF2E40-CD48-433C-9AA3-B25668203A5A}</a:tableStyleId>
              </a:tblPr>
              <a:tblGrid>
                <a:gridCol w="13559175">
                  <a:extLst>
                    <a:ext uri="{9D8B030D-6E8A-4147-A177-3AD203B41FA5}">
                      <a16:colId xmlns:a16="http://schemas.microsoft.com/office/drawing/2014/main" val="20000"/>
                    </a:ext>
                  </a:extLst>
                </a:gridCol>
              </a:tblGrid>
              <a:tr h="308625">
                <a:tc>
                  <a:txBody>
                    <a:bodyPr/>
                    <a:lstStyle/>
                    <a:p>
                      <a:pPr marL="0" marR="0" lvl="0" indent="0" algn="ctr" rtl="0">
                        <a:lnSpc>
                          <a:spcPct val="100000"/>
                        </a:lnSpc>
                        <a:spcBef>
                          <a:spcPts val="0"/>
                        </a:spcBef>
                        <a:spcAft>
                          <a:spcPts val="0"/>
                        </a:spcAft>
                        <a:buClr>
                          <a:srgbClr val="C00000"/>
                        </a:buClr>
                        <a:buSzPts val="2700"/>
                        <a:buFont typeface="Cambria"/>
                        <a:buNone/>
                      </a:pPr>
                      <a:r>
                        <a:rPr lang="en-US" sz="2700" b="1" i="0" u="none" strike="noStrike" cap="none">
                          <a:solidFill>
                            <a:srgbClr val="C00000"/>
                          </a:solidFill>
                          <a:latin typeface="Cambria"/>
                          <a:ea typeface="Cambria"/>
                          <a:cs typeface="Cambria"/>
                          <a:sym typeface="Cambria"/>
                        </a:rPr>
                        <a:t>Lesson Objectives</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8625">
                <a:tc>
                  <a:txBody>
                    <a:bodyPr/>
                    <a:lstStyle/>
                    <a:p>
                      <a:pPr marL="0" marR="0" lvl="0" indent="0" algn="l" rtl="0">
                        <a:lnSpc>
                          <a:spcPct val="100000"/>
                        </a:lnSpc>
                        <a:spcBef>
                          <a:spcPts val="0"/>
                        </a:spcBef>
                        <a:spcAft>
                          <a:spcPts val="0"/>
                        </a:spcAft>
                        <a:buClr>
                          <a:srgbClr val="000000"/>
                        </a:buClr>
                        <a:buSzPts val="2700"/>
                        <a:buFont typeface="Cambria"/>
                        <a:buNone/>
                      </a:pPr>
                      <a:r>
                        <a:rPr lang="en-US" sz="2700" u="none" strike="noStrike" cap="none">
                          <a:latin typeface="Cambria"/>
                          <a:ea typeface="Cambria"/>
                          <a:cs typeface="Cambria"/>
                          <a:sym typeface="Cambria"/>
                        </a:rPr>
                        <a:t>Learn how operators and operands are handled using LIFO principle.</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08625">
                <a:tc>
                  <a:txBody>
                    <a:bodyPr/>
                    <a:lstStyle/>
                    <a:p>
                      <a:pPr marL="0" marR="0" lvl="0" indent="0" algn="l" rtl="0">
                        <a:lnSpc>
                          <a:spcPct val="100000"/>
                        </a:lnSpc>
                        <a:spcBef>
                          <a:spcPts val="0"/>
                        </a:spcBef>
                        <a:spcAft>
                          <a:spcPts val="0"/>
                        </a:spcAft>
                        <a:buClr>
                          <a:srgbClr val="000000"/>
                        </a:buClr>
                        <a:buSzPts val="2700"/>
                        <a:buFont typeface="Cambria"/>
                        <a:buNone/>
                      </a:pPr>
                      <a:r>
                        <a:rPr lang="en-US" sz="2700" u="none" strike="noStrike" cap="none">
                          <a:latin typeface="Cambria"/>
                          <a:ea typeface="Cambria"/>
                          <a:cs typeface="Cambria"/>
                          <a:sym typeface="Cambria"/>
                        </a:rPr>
                        <a:t>Implement a program to evaluate a postfix expression using a stack.</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80075">
                <a:tc>
                  <a:txBody>
                    <a:bodyPr/>
                    <a:lstStyle/>
                    <a:p>
                      <a:pPr marL="0" marR="0" lvl="0" indent="0" algn="l" rtl="0">
                        <a:lnSpc>
                          <a:spcPct val="100000"/>
                        </a:lnSpc>
                        <a:spcBef>
                          <a:spcPts val="0"/>
                        </a:spcBef>
                        <a:spcAft>
                          <a:spcPts val="0"/>
                        </a:spcAft>
                        <a:buClr>
                          <a:schemeClr val="dk1"/>
                        </a:buClr>
                        <a:buSzPts val="2700"/>
                        <a:buFont typeface="Cambria"/>
                        <a:buNone/>
                      </a:pPr>
                      <a:r>
                        <a:rPr lang="en-US" sz="2700" u="none" strike="noStrike" cap="none">
                          <a:latin typeface="Cambria"/>
                          <a:ea typeface="Cambria"/>
                          <a:cs typeface="Cambria"/>
                          <a:sym typeface="Cambria"/>
                        </a:rPr>
                        <a:t>Understand how this concept applies in compilers and calculators.</a:t>
                      </a: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0075">
                <a:tc>
                  <a:txBody>
                    <a:bodyPr/>
                    <a:lstStyle/>
                    <a:p>
                      <a:pPr marL="0" marR="0" lvl="0" indent="0" algn="l" rtl="0">
                        <a:lnSpc>
                          <a:spcPct val="100000"/>
                        </a:lnSpc>
                        <a:spcBef>
                          <a:spcPts val="0"/>
                        </a:spcBef>
                        <a:spcAft>
                          <a:spcPts val="0"/>
                        </a:spcAft>
                        <a:buClr>
                          <a:schemeClr val="dk1"/>
                        </a:buClr>
                        <a:buSzPts val="2700"/>
                        <a:buFont typeface="Cambria"/>
                        <a:buNone/>
                      </a:pPr>
                      <a:endParaRPr sz="2700" u="none" strike="noStrike" cap="none">
                        <a:latin typeface="Cambria"/>
                        <a:ea typeface="Cambria"/>
                        <a:cs typeface="Cambria"/>
                        <a:sym typeface="Cambria"/>
                      </a:endParaRPr>
                    </a:p>
                  </a:txBody>
                  <a:tcPr marL="114300" marR="114300" marT="57150" marB="57150" anchor="ctr">
                    <a:lnL w="14675" cap="flat" cmpd="sng">
                      <a:solidFill>
                        <a:srgbClr val="000000"/>
                      </a:solidFill>
                      <a:prstDash val="solid"/>
                      <a:round/>
                      <a:headEnd type="none" w="sm" len="sm"/>
                      <a:tailEnd type="none" w="sm" len="sm"/>
                    </a:lnL>
                    <a:lnR w="14675" cap="flat" cmpd="sng">
                      <a:solidFill>
                        <a:srgbClr val="000000"/>
                      </a:solidFill>
                      <a:prstDash val="solid"/>
                      <a:round/>
                      <a:headEnd type="none" w="sm" len="sm"/>
                      <a:tailEnd type="none" w="sm" len="sm"/>
                    </a:lnR>
                    <a:lnT w="14675" cap="flat" cmpd="sng">
                      <a:solidFill>
                        <a:srgbClr val="000000"/>
                      </a:solidFill>
                      <a:prstDash val="solid"/>
                      <a:round/>
                      <a:headEnd type="none" w="sm" len="sm"/>
                      <a:tailEnd type="none" w="sm" len="sm"/>
                    </a:lnT>
                    <a:lnB w="1467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9dddbd7dcc_0_247"/>
          <p:cNvSpPr txBox="1">
            <a:spLocks noGrp="1"/>
          </p:cNvSpPr>
          <p:nvPr>
            <p:ph type="title"/>
          </p:nvPr>
        </p:nvSpPr>
        <p:spPr>
          <a:xfrm>
            <a:off x="1452716" y="411957"/>
            <a:ext cx="12344400" cy="1714500"/>
          </a:xfrm>
          <a:prstGeom prst="rect">
            <a:avLst/>
          </a:prstGeom>
          <a:noFill/>
          <a:ln>
            <a:noFill/>
          </a:ln>
        </p:spPr>
        <p:txBody>
          <a:bodyPr spcFirstLastPara="1" wrap="square" lIns="137150" tIns="68550" rIns="137150" bIns="68550" anchor="ctr" anchorCtr="0">
            <a:normAutofit/>
          </a:bodyPr>
          <a:lstStyle/>
          <a:p>
            <a:pPr marL="0" lvl="0" indent="0" algn="l" rtl="0">
              <a:lnSpc>
                <a:spcPct val="90000"/>
              </a:lnSpc>
              <a:spcBef>
                <a:spcPts val="0"/>
              </a:spcBef>
              <a:spcAft>
                <a:spcPts val="0"/>
              </a:spcAft>
              <a:buClr>
                <a:srgbClr val="000000"/>
              </a:buClr>
              <a:buSzPts val="6000"/>
              <a:buFont typeface="Cambria"/>
              <a:buNone/>
            </a:pPr>
            <a:r>
              <a:rPr lang="en-US" sz="6000" b="1" dirty="0">
                <a:solidFill>
                  <a:srgbClr val="000000"/>
                </a:solidFill>
                <a:latin typeface="Cambria"/>
                <a:ea typeface="Cambria"/>
                <a:cs typeface="Cambria"/>
                <a:sym typeface="Cambria"/>
              </a:rPr>
              <a:t>Problem Statement: </a:t>
            </a:r>
            <a:endParaRPr sz="6000" dirty="0"/>
          </a:p>
        </p:txBody>
      </p:sp>
      <p:sp>
        <p:nvSpPr>
          <p:cNvPr id="179" name="Google Shape;179;g39dddbd7dcc_0_247"/>
          <p:cNvSpPr txBox="1">
            <a:spLocks noGrp="1"/>
          </p:cNvSpPr>
          <p:nvPr>
            <p:ph type="body" idx="1"/>
          </p:nvPr>
        </p:nvSpPr>
        <p:spPr>
          <a:xfrm>
            <a:off x="1452712" y="2400300"/>
            <a:ext cx="15434191" cy="6789000"/>
          </a:xfrm>
          <a:prstGeom prst="rect">
            <a:avLst/>
          </a:prstGeom>
          <a:noFill/>
          <a:ln>
            <a:noFill/>
          </a:ln>
        </p:spPr>
        <p:txBody>
          <a:bodyPr spcFirstLastPara="1" wrap="square" lIns="137150" tIns="68550" rIns="137150" bIns="68550" anchor="t" anchorCtr="0">
            <a:normAutofit/>
          </a:bodyPr>
          <a:lstStyle/>
          <a:p>
            <a:pPr marL="0" lvl="0" indent="0" algn="just" rtl="0">
              <a:lnSpc>
                <a:spcPct val="90000"/>
              </a:lnSpc>
              <a:spcBef>
                <a:spcPts val="1500"/>
              </a:spcBef>
              <a:spcAft>
                <a:spcPts val="0"/>
              </a:spcAft>
              <a:buClr>
                <a:schemeClr val="dk1"/>
              </a:buClr>
              <a:buSzPts val="3600"/>
              <a:buNone/>
            </a:pPr>
            <a:r>
              <a:rPr lang="en-US" sz="3600" dirty="0">
                <a:latin typeface="Cambria"/>
                <a:ea typeface="Cambria"/>
                <a:cs typeface="Cambria"/>
                <a:sym typeface="Cambria"/>
              </a:rPr>
              <a:t>Write a program to deal with real-world situations where Stack data structure is widely used Evaluation of expression: Stacks are used to evaluate expressions, especially in languages that use postfix or prefix notation. Operators and operands are pushed onto the stack, and operations are performed based on the LIFO principle.</a:t>
            </a:r>
            <a:endParaRPr sz="3600" dirty="0">
              <a:latin typeface="Cambria"/>
              <a:ea typeface="Cambria"/>
              <a:cs typeface="Cambria"/>
              <a:sym typeface="Cambria"/>
            </a:endParaRPr>
          </a:p>
          <a:p>
            <a:pPr marL="0" lvl="0" indent="0" algn="just" rtl="0">
              <a:lnSpc>
                <a:spcPct val="90000"/>
              </a:lnSpc>
              <a:spcBef>
                <a:spcPts val="1500"/>
              </a:spcBef>
              <a:spcAft>
                <a:spcPts val="0"/>
              </a:spcAft>
              <a:buClr>
                <a:schemeClr val="dk1"/>
              </a:buClr>
              <a:buSzPts val="3600"/>
              <a:buNone/>
            </a:pPr>
            <a:br>
              <a:rPr lang="en-US" sz="3600" dirty="0">
                <a:latin typeface="Cambria"/>
                <a:ea typeface="Cambria"/>
                <a:cs typeface="Cambria"/>
                <a:sym typeface="Cambria"/>
              </a:rPr>
            </a:br>
            <a:r>
              <a:rPr lang="en-US" sz="3600" b="1" dirty="0">
                <a:latin typeface="Cambria"/>
                <a:ea typeface="Cambria"/>
                <a:cs typeface="Cambria"/>
                <a:sym typeface="Cambria"/>
              </a:rPr>
              <a:t>Objective :</a:t>
            </a:r>
            <a:br>
              <a:rPr lang="en-US" sz="3600" dirty="0">
                <a:latin typeface="Cambria"/>
                <a:ea typeface="Cambria"/>
                <a:cs typeface="Cambria"/>
                <a:sym typeface="Cambria"/>
              </a:rPr>
            </a:br>
            <a:r>
              <a:rPr lang="en-US" sz="3600" dirty="0">
                <a:latin typeface="Cambria"/>
                <a:ea typeface="Cambria"/>
                <a:cs typeface="Cambria"/>
                <a:sym typeface="Cambria"/>
              </a:rPr>
              <a:t>To understand how the Stack data structure is used in evaluating mathematical expressions like postfix (</a:t>
            </a:r>
            <a:r>
              <a:rPr lang="en-US" sz="3600" dirty="0">
                <a:solidFill>
                  <a:schemeClr val="dk2"/>
                </a:solidFill>
                <a:latin typeface="Cambria"/>
                <a:ea typeface="Cambria"/>
                <a:cs typeface="Cambria"/>
                <a:sym typeface="Cambria"/>
              </a:rPr>
              <a:t>Reverse Polish Notation)</a:t>
            </a:r>
            <a:r>
              <a:rPr lang="en-US" sz="3600" dirty="0">
                <a:latin typeface="Cambria"/>
                <a:ea typeface="Cambria"/>
                <a:cs typeface="Cambria"/>
                <a:sym typeface="Cambria"/>
              </a:rPr>
              <a:t> or prefix forms.</a:t>
            </a:r>
            <a:endParaRPr sz="3600" dirty="0">
              <a:latin typeface="Cambria"/>
              <a:ea typeface="Cambria"/>
              <a:cs typeface="Cambria"/>
              <a:sym typeface="Cambria"/>
            </a:endParaRPr>
          </a:p>
          <a:p>
            <a:pPr marL="0" lvl="0" indent="0" algn="just" rtl="0">
              <a:lnSpc>
                <a:spcPct val="90000"/>
              </a:lnSpc>
              <a:spcBef>
                <a:spcPts val="1500"/>
              </a:spcBef>
              <a:spcAft>
                <a:spcPts val="0"/>
              </a:spcAft>
              <a:buClr>
                <a:schemeClr val="dk1"/>
              </a:buClr>
              <a:buSzPts val="3600"/>
              <a:buNone/>
            </a:pPr>
            <a:br>
              <a:rPr lang="en-US" sz="3600" dirty="0">
                <a:latin typeface="Cambria"/>
                <a:ea typeface="Cambria"/>
                <a:cs typeface="Cambria"/>
                <a:sym typeface="Cambria"/>
              </a:rPr>
            </a:br>
            <a:endParaRPr sz="3600" dirty="0">
              <a:latin typeface="Cambria"/>
              <a:ea typeface="Cambria"/>
              <a:cs typeface="Cambria"/>
              <a:sym typeface="Cambria"/>
            </a:endParaRPr>
          </a:p>
        </p:txBody>
      </p:sp>
      <p:sp>
        <p:nvSpPr>
          <p:cNvPr id="180" name="Google Shape;180;g39dddbd7dcc_0_247"/>
          <p:cNvSpPr/>
          <p:nvPr/>
        </p:nvSpPr>
        <p:spPr>
          <a:xfrm>
            <a:off x="14987223" y="6"/>
            <a:ext cx="3217202" cy="149328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9dddbd7dcc_0_330"/>
          <p:cNvSpPr txBox="1">
            <a:spLocks noGrp="1"/>
          </p:cNvSpPr>
          <p:nvPr>
            <p:ph type="title"/>
          </p:nvPr>
        </p:nvSpPr>
        <p:spPr>
          <a:xfrm>
            <a:off x="1025010" y="411957"/>
            <a:ext cx="12344400" cy="1714500"/>
          </a:xfrm>
          <a:prstGeom prst="rect">
            <a:avLst/>
          </a:prstGeom>
          <a:noFill/>
          <a:ln>
            <a:noFill/>
          </a:ln>
        </p:spPr>
        <p:txBody>
          <a:bodyPr spcFirstLastPara="1" wrap="square" lIns="137150" tIns="68550" rIns="137150" bIns="68550" anchor="ctr" anchorCtr="0">
            <a:normAutofit/>
          </a:bodyPr>
          <a:lstStyle/>
          <a:p>
            <a:pPr marL="0" lvl="0" indent="0" algn="l" rtl="0">
              <a:lnSpc>
                <a:spcPct val="90000"/>
              </a:lnSpc>
              <a:spcBef>
                <a:spcPts val="0"/>
              </a:spcBef>
              <a:spcAft>
                <a:spcPts val="0"/>
              </a:spcAft>
              <a:buClr>
                <a:schemeClr val="dk1"/>
              </a:buClr>
              <a:buSzPts val="6000"/>
              <a:buFont typeface="Cambria"/>
              <a:buNone/>
            </a:pPr>
            <a:r>
              <a:rPr lang="en-US" sz="6000" b="1" dirty="0">
                <a:latin typeface="Cambria"/>
                <a:ea typeface="Cambria"/>
                <a:cs typeface="Cambria"/>
                <a:sym typeface="Cambria"/>
              </a:rPr>
              <a:t>Concept</a:t>
            </a:r>
            <a:endParaRPr sz="6000" b="1" dirty="0">
              <a:latin typeface="Cambria"/>
              <a:ea typeface="Cambria"/>
              <a:cs typeface="Cambria"/>
              <a:sym typeface="Cambria"/>
            </a:endParaRPr>
          </a:p>
        </p:txBody>
      </p:sp>
      <p:sp>
        <p:nvSpPr>
          <p:cNvPr id="186" name="Google Shape;186;g39dddbd7dcc_0_330"/>
          <p:cNvSpPr txBox="1">
            <a:spLocks noGrp="1"/>
          </p:cNvSpPr>
          <p:nvPr>
            <p:ph type="body" idx="1"/>
          </p:nvPr>
        </p:nvSpPr>
        <p:spPr>
          <a:xfrm>
            <a:off x="1257300" y="2301457"/>
            <a:ext cx="15773400" cy="6729300"/>
          </a:xfrm>
          <a:prstGeom prst="rect">
            <a:avLst/>
          </a:prstGeom>
          <a:noFill/>
          <a:ln>
            <a:noFill/>
          </a:ln>
        </p:spPr>
        <p:txBody>
          <a:bodyPr spcFirstLastPara="1" wrap="square" lIns="137150" tIns="68550" rIns="137150" bIns="68550" anchor="t" anchorCtr="0">
            <a:noAutofit/>
          </a:bodyPr>
          <a:lstStyle/>
          <a:p>
            <a:pPr marL="0" lvl="0" indent="0" algn="l" rtl="0">
              <a:lnSpc>
                <a:spcPct val="120005"/>
              </a:lnSpc>
              <a:spcBef>
                <a:spcPts val="0"/>
              </a:spcBef>
              <a:spcAft>
                <a:spcPts val="0"/>
              </a:spcAft>
              <a:buSzPts val="1800"/>
              <a:buNone/>
            </a:pPr>
            <a:r>
              <a:rPr lang="en-US" sz="3600" dirty="0">
                <a:latin typeface="Cambria"/>
                <a:ea typeface="Cambria"/>
                <a:cs typeface="Cambria"/>
                <a:sym typeface="Cambria"/>
              </a:rPr>
              <a:t> Expressions can be written in three common notations:</a:t>
            </a:r>
            <a:endParaRPr sz="3600" dirty="0">
              <a:latin typeface="Arial"/>
              <a:ea typeface="Arial"/>
              <a:cs typeface="Arial"/>
              <a:sym typeface="Arial"/>
            </a:endParaRPr>
          </a:p>
          <a:p>
            <a:pPr marL="863597" lvl="1" indent="-406461" algn="l" rtl="0">
              <a:lnSpc>
                <a:spcPct val="120005"/>
              </a:lnSpc>
              <a:spcBef>
                <a:spcPts val="0"/>
              </a:spcBef>
              <a:spcAft>
                <a:spcPts val="0"/>
              </a:spcAft>
              <a:buSzPts val="3600"/>
              <a:buChar char="•"/>
            </a:pPr>
            <a:r>
              <a:rPr lang="en-US" sz="3600" dirty="0">
                <a:latin typeface="Cambria"/>
                <a:ea typeface="Cambria"/>
                <a:cs typeface="Cambria"/>
                <a:sym typeface="Cambria"/>
              </a:rPr>
              <a:t>Infix: </a:t>
            </a:r>
            <a:r>
              <a:rPr lang="en-US" sz="3600" dirty="0">
                <a:solidFill>
                  <a:srgbClr val="5E17EB"/>
                </a:solidFill>
                <a:latin typeface="Cambria"/>
                <a:ea typeface="Cambria"/>
                <a:cs typeface="Cambria"/>
                <a:sym typeface="Cambria"/>
              </a:rPr>
              <a:t>(A + B) * C</a:t>
            </a:r>
            <a:endParaRPr sz="3600" dirty="0">
              <a:latin typeface="Arial"/>
              <a:ea typeface="Arial"/>
              <a:cs typeface="Arial"/>
              <a:sym typeface="Arial"/>
            </a:endParaRPr>
          </a:p>
          <a:p>
            <a:pPr marL="863597" lvl="1" indent="-406461" algn="l" rtl="0">
              <a:lnSpc>
                <a:spcPct val="120005"/>
              </a:lnSpc>
              <a:spcBef>
                <a:spcPts val="0"/>
              </a:spcBef>
              <a:spcAft>
                <a:spcPts val="0"/>
              </a:spcAft>
              <a:buSzPts val="3600"/>
              <a:buChar char="•"/>
            </a:pPr>
            <a:r>
              <a:rPr lang="en-US" sz="3600" dirty="0">
                <a:latin typeface="Cambria"/>
                <a:ea typeface="Cambria"/>
                <a:cs typeface="Cambria"/>
                <a:sym typeface="Cambria"/>
              </a:rPr>
              <a:t>Prefix: </a:t>
            </a:r>
            <a:r>
              <a:rPr lang="en-US" sz="3600" dirty="0">
                <a:solidFill>
                  <a:srgbClr val="5E17EB"/>
                </a:solidFill>
                <a:latin typeface="Cambria"/>
                <a:ea typeface="Cambria"/>
                <a:cs typeface="Cambria"/>
                <a:sym typeface="Cambria"/>
              </a:rPr>
              <a:t>* + A B C</a:t>
            </a:r>
            <a:endParaRPr sz="3600" dirty="0">
              <a:latin typeface="Arial"/>
              <a:ea typeface="Arial"/>
              <a:cs typeface="Arial"/>
              <a:sym typeface="Arial"/>
            </a:endParaRPr>
          </a:p>
          <a:p>
            <a:pPr marL="863597" lvl="1" indent="-406461" algn="l" rtl="0">
              <a:lnSpc>
                <a:spcPct val="120005"/>
              </a:lnSpc>
              <a:spcBef>
                <a:spcPts val="0"/>
              </a:spcBef>
              <a:spcAft>
                <a:spcPts val="0"/>
              </a:spcAft>
              <a:buSzPts val="3600"/>
              <a:buChar char="•"/>
            </a:pPr>
            <a:r>
              <a:rPr lang="en-US" sz="3600" dirty="0">
                <a:latin typeface="Cambria"/>
                <a:ea typeface="Cambria"/>
                <a:cs typeface="Cambria"/>
                <a:sym typeface="Cambria"/>
              </a:rPr>
              <a:t>Postfix: </a:t>
            </a:r>
            <a:r>
              <a:rPr lang="en-US" sz="3600" dirty="0">
                <a:solidFill>
                  <a:srgbClr val="5E17EB"/>
                </a:solidFill>
                <a:latin typeface="Cambria"/>
                <a:ea typeface="Cambria"/>
                <a:cs typeface="Cambria"/>
                <a:sym typeface="Cambria"/>
              </a:rPr>
              <a:t>A B + C *</a:t>
            </a:r>
            <a:endParaRPr sz="3600" dirty="0">
              <a:latin typeface="Arial"/>
              <a:ea typeface="Arial"/>
              <a:cs typeface="Arial"/>
              <a:sym typeface="Arial"/>
            </a:endParaRPr>
          </a:p>
          <a:p>
            <a:pPr marL="0" lvl="0" indent="0" algn="l" rtl="0">
              <a:lnSpc>
                <a:spcPct val="120005"/>
              </a:lnSpc>
              <a:spcBef>
                <a:spcPts val="0"/>
              </a:spcBef>
              <a:spcAft>
                <a:spcPts val="0"/>
              </a:spcAft>
              <a:buSzPts val="1800"/>
              <a:buNone/>
            </a:pPr>
            <a:r>
              <a:rPr lang="en-US" sz="3600" dirty="0">
                <a:latin typeface="Cambria"/>
                <a:ea typeface="Cambria"/>
                <a:cs typeface="Cambria"/>
                <a:sym typeface="Cambria"/>
              </a:rPr>
              <a:t>In </a:t>
            </a:r>
            <a:r>
              <a:rPr lang="en-US" sz="3600" dirty="0">
                <a:solidFill>
                  <a:srgbClr val="002F74"/>
                </a:solidFill>
                <a:latin typeface="Cambria"/>
                <a:ea typeface="Cambria"/>
                <a:cs typeface="Cambria"/>
                <a:sym typeface="Cambria"/>
              </a:rPr>
              <a:t>postfix (RPN)</a:t>
            </a:r>
            <a:r>
              <a:rPr lang="en-US" sz="3600" dirty="0">
                <a:latin typeface="Cambria"/>
                <a:ea typeface="Cambria"/>
                <a:cs typeface="Cambria"/>
                <a:sym typeface="Cambria"/>
              </a:rPr>
              <a:t>, operators come after operands.</a:t>
            </a:r>
            <a:endParaRPr sz="3600" dirty="0">
              <a:latin typeface="Arial"/>
              <a:ea typeface="Arial"/>
              <a:cs typeface="Arial"/>
              <a:sym typeface="Arial"/>
            </a:endParaRPr>
          </a:p>
          <a:p>
            <a:pPr marL="0" lvl="0" indent="0" algn="l" rtl="0">
              <a:lnSpc>
                <a:spcPct val="120005"/>
              </a:lnSpc>
              <a:spcBef>
                <a:spcPts val="0"/>
              </a:spcBef>
              <a:spcAft>
                <a:spcPts val="0"/>
              </a:spcAft>
              <a:buSzPts val="1800"/>
              <a:buNone/>
            </a:pPr>
            <a:r>
              <a:rPr lang="en-US" sz="3600" dirty="0">
                <a:latin typeface="Cambria"/>
                <a:ea typeface="Cambria"/>
                <a:cs typeface="Cambria"/>
                <a:sym typeface="Cambria"/>
              </a:rPr>
              <a:t> ✅ No need for parentheses</a:t>
            </a:r>
            <a:endParaRPr sz="3600" dirty="0">
              <a:latin typeface="Arial"/>
              <a:ea typeface="Arial"/>
              <a:cs typeface="Arial"/>
              <a:sym typeface="Arial"/>
            </a:endParaRPr>
          </a:p>
          <a:p>
            <a:pPr marL="0" lvl="0" indent="0" algn="l" rtl="0">
              <a:lnSpc>
                <a:spcPct val="120005"/>
              </a:lnSpc>
              <a:spcBef>
                <a:spcPts val="0"/>
              </a:spcBef>
              <a:spcAft>
                <a:spcPts val="0"/>
              </a:spcAft>
              <a:buSzPts val="1800"/>
              <a:buNone/>
            </a:pPr>
            <a:r>
              <a:rPr lang="en-US" sz="3600" dirty="0">
                <a:latin typeface="Cambria"/>
                <a:ea typeface="Cambria"/>
                <a:cs typeface="Cambria"/>
                <a:sym typeface="Cambria"/>
              </a:rPr>
              <a:t> ✅ Easy to evaluate using stacks</a:t>
            </a:r>
            <a:endParaRPr sz="3600" dirty="0">
              <a:latin typeface="Arial"/>
              <a:ea typeface="Arial"/>
              <a:cs typeface="Arial"/>
              <a:sym typeface="Arial"/>
            </a:endParaRPr>
          </a:p>
          <a:p>
            <a:pPr marL="0" lvl="0" indent="0" algn="l" rtl="0">
              <a:lnSpc>
                <a:spcPct val="120005"/>
              </a:lnSpc>
              <a:spcBef>
                <a:spcPts val="0"/>
              </a:spcBef>
              <a:spcAft>
                <a:spcPts val="0"/>
              </a:spcAft>
              <a:buSzPts val="1800"/>
              <a:buNone/>
            </a:pPr>
            <a:endParaRPr sz="3600" dirty="0">
              <a:latin typeface="Cambria"/>
              <a:ea typeface="Cambria"/>
              <a:cs typeface="Cambria"/>
              <a:sym typeface="Cambria"/>
            </a:endParaRPr>
          </a:p>
          <a:p>
            <a:pPr marL="0" lvl="0" indent="0" algn="l" rtl="0">
              <a:lnSpc>
                <a:spcPct val="120005"/>
              </a:lnSpc>
              <a:spcBef>
                <a:spcPts val="0"/>
              </a:spcBef>
              <a:spcAft>
                <a:spcPts val="0"/>
              </a:spcAft>
              <a:buSzPts val="1800"/>
              <a:buNone/>
            </a:pPr>
            <a:r>
              <a:rPr lang="en-US" sz="3600" b="1" u="sng" dirty="0">
                <a:latin typeface="Cambria"/>
                <a:ea typeface="Cambria"/>
                <a:cs typeface="Cambria"/>
                <a:sym typeface="Cambria"/>
              </a:rPr>
              <a:t>Why Stack?</a:t>
            </a:r>
            <a:endParaRPr sz="3600" dirty="0">
              <a:latin typeface="Arial"/>
              <a:ea typeface="Arial"/>
              <a:cs typeface="Arial"/>
              <a:sym typeface="Arial"/>
            </a:endParaRPr>
          </a:p>
          <a:p>
            <a:pPr marL="0" lvl="0" indent="0" algn="l" rtl="0">
              <a:lnSpc>
                <a:spcPct val="120005"/>
              </a:lnSpc>
              <a:spcBef>
                <a:spcPts val="0"/>
              </a:spcBef>
              <a:spcAft>
                <a:spcPts val="0"/>
              </a:spcAft>
              <a:buSzPts val="1800"/>
              <a:buNone/>
            </a:pPr>
            <a:r>
              <a:rPr lang="en-US" sz="3600" dirty="0">
                <a:latin typeface="Cambria"/>
                <a:ea typeface="Cambria"/>
                <a:cs typeface="Cambria"/>
                <a:sym typeface="Cambria"/>
              </a:rPr>
              <a:t>Because operations are performed </a:t>
            </a:r>
            <a:r>
              <a:rPr lang="en-US" sz="3600" dirty="0">
                <a:solidFill>
                  <a:srgbClr val="002F74"/>
                </a:solidFill>
                <a:latin typeface="Cambria"/>
                <a:ea typeface="Cambria"/>
                <a:cs typeface="Cambria"/>
                <a:sym typeface="Cambria"/>
              </a:rPr>
              <a:t>in reverse order of insertion</a:t>
            </a:r>
            <a:r>
              <a:rPr lang="en-US" sz="3600" dirty="0">
                <a:latin typeface="Cambria"/>
                <a:ea typeface="Cambria"/>
                <a:cs typeface="Cambria"/>
                <a:sym typeface="Cambria"/>
              </a:rPr>
              <a:t> — ideal for </a:t>
            </a:r>
            <a:r>
              <a:rPr lang="en-US" sz="3600" b="1" dirty="0">
                <a:solidFill>
                  <a:srgbClr val="001C5D"/>
                </a:solidFill>
                <a:latin typeface="Cambria"/>
                <a:ea typeface="Cambria"/>
                <a:cs typeface="Cambria"/>
                <a:sym typeface="Cambria"/>
              </a:rPr>
              <a:t>LIFO</a:t>
            </a:r>
            <a:r>
              <a:rPr lang="en-US" sz="3600" dirty="0">
                <a:solidFill>
                  <a:srgbClr val="001C5D"/>
                </a:solidFill>
                <a:latin typeface="Cambria"/>
                <a:ea typeface="Cambria"/>
                <a:cs typeface="Cambria"/>
                <a:sym typeface="Cambria"/>
              </a:rPr>
              <a:t> behavior</a:t>
            </a:r>
            <a:r>
              <a:rPr lang="en-US" sz="3600" dirty="0">
                <a:latin typeface="Cambria"/>
                <a:ea typeface="Cambria"/>
                <a:cs typeface="Cambria"/>
                <a:sym typeface="Cambria"/>
              </a:rPr>
              <a:t>.</a:t>
            </a:r>
            <a:endParaRPr sz="3600" dirty="0">
              <a:latin typeface="Cambria"/>
              <a:ea typeface="Cambria"/>
              <a:cs typeface="Cambria"/>
              <a:sym typeface="Cambria"/>
            </a:endParaRPr>
          </a:p>
        </p:txBody>
      </p:sp>
      <p:sp>
        <p:nvSpPr>
          <p:cNvPr id="187" name="Google Shape;187;g39dddbd7dcc_0_330"/>
          <p:cNvSpPr/>
          <p:nvPr/>
        </p:nvSpPr>
        <p:spPr>
          <a:xfrm>
            <a:off x="14987223" y="6"/>
            <a:ext cx="3217202" cy="149328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9dddbd7dcc_0_496"/>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p>
            <a:pPr marL="0" lvl="0" indent="0" algn="l" rtl="0">
              <a:lnSpc>
                <a:spcPct val="90000"/>
              </a:lnSpc>
              <a:spcBef>
                <a:spcPts val="0"/>
              </a:spcBef>
              <a:spcAft>
                <a:spcPts val="0"/>
              </a:spcAft>
              <a:buClr>
                <a:schemeClr val="dk1"/>
              </a:buClr>
              <a:buSzPts val="6000"/>
              <a:buFont typeface="Cambria"/>
              <a:buNone/>
            </a:pPr>
            <a:r>
              <a:rPr lang="en-US" sz="6000" b="1">
                <a:latin typeface="Cambria"/>
                <a:ea typeface="Cambria"/>
                <a:cs typeface="Cambria"/>
                <a:sym typeface="Cambria"/>
              </a:rPr>
              <a:t>Steps to Evaluate a Postfix Expression:</a:t>
            </a:r>
            <a:endParaRPr sz="6000" b="1">
              <a:latin typeface="Cambria"/>
              <a:ea typeface="Cambria"/>
              <a:cs typeface="Cambria"/>
              <a:sym typeface="Cambria"/>
            </a:endParaRPr>
          </a:p>
        </p:txBody>
      </p:sp>
      <p:sp>
        <p:nvSpPr>
          <p:cNvPr id="193" name="Google Shape;193;g39dddbd7dcc_0_496"/>
          <p:cNvSpPr txBox="1">
            <a:spLocks noGrp="1"/>
          </p:cNvSpPr>
          <p:nvPr>
            <p:ph type="body" idx="1"/>
          </p:nvPr>
        </p:nvSpPr>
        <p:spPr>
          <a:xfrm>
            <a:off x="1257300" y="2386588"/>
            <a:ext cx="15773400" cy="6526800"/>
          </a:xfrm>
          <a:prstGeom prst="rect">
            <a:avLst/>
          </a:prstGeom>
          <a:noFill/>
          <a:ln>
            <a:noFill/>
          </a:ln>
        </p:spPr>
        <p:txBody>
          <a:bodyPr spcFirstLastPara="1" wrap="square" lIns="137150" tIns="68550" rIns="137150" bIns="68550" anchor="t" anchorCtr="0">
            <a:noAutofit/>
          </a:bodyPr>
          <a:lstStyle/>
          <a:p>
            <a:pPr marL="863597" lvl="1" indent="-384236" algn="l" rtl="0">
              <a:lnSpc>
                <a:spcPct val="120005"/>
              </a:lnSpc>
              <a:spcBef>
                <a:spcPts val="0"/>
              </a:spcBef>
              <a:spcAft>
                <a:spcPts val="0"/>
              </a:spcAft>
              <a:buSzPts val="3250"/>
              <a:buFont typeface="Cambria"/>
              <a:buAutoNum type="arabicPeriod"/>
            </a:pPr>
            <a:r>
              <a:rPr lang="en-US" sz="3250" dirty="0">
                <a:latin typeface="Cambria"/>
                <a:ea typeface="Cambria"/>
                <a:cs typeface="Cambria"/>
                <a:sym typeface="Cambria"/>
              </a:rPr>
              <a:t>Initialize an empty stack.</a:t>
            </a:r>
            <a:endParaRPr sz="3250" dirty="0">
              <a:latin typeface="Arial"/>
              <a:ea typeface="Arial"/>
              <a:cs typeface="Arial"/>
              <a:sym typeface="Arial"/>
            </a:endParaRPr>
          </a:p>
          <a:p>
            <a:pPr marL="863597" lvl="1" indent="-384236" algn="l" rtl="0">
              <a:lnSpc>
                <a:spcPct val="120005"/>
              </a:lnSpc>
              <a:spcBef>
                <a:spcPts val="0"/>
              </a:spcBef>
              <a:spcAft>
                <a:spcPts val="0"/>
              </a:spcAft>
              <a:buSzPts val="3250"/>
              <a:buFont typeface="Cambria"/>
              <a:buAutoNum type="arabicPeriod"/>
            </a:pPr>
            <a:r>
              <a:rPr lang="en-US" sz="3250" dirty="0">
                <a:latin typeface="Cambria"/>
                <a:ea typeface="Cambria"/>
                <a:cs typeface="Cambria"/>
                <a:sym typeface="Cambria"/>
              </a:rPr>
              <a:t>Scan the expression from </a:t>
            </a:r>
            <a:r>
              <a:rPr lang="en-US" sz="3250" dirty="0">
                <a:solidFill>
                  <a:srgbClr val="002F74"/>
                </a:solidFill>
                <a:latin typeface="Cambria"/>
                <a:ea typeface="Cambria"/>
                <a:cs typeface="Cambria"/>
                <a:sym typeface="Cambria"/>
              </a:rPr>
              <a:t>left to right</a:t>
            </a:r>
            <a:r>
              <a:rPr lang="en-US" sz="3250" dirty="0">
                <a:latin typeface="Cambria"/>
                <a:ea typeface="Cambria"/>
                <a:cs typeface="Cambria"/>
                <a:sym typeface="Cambria"/>
              </a:rPr>
              <a:t>.</a:t>
            </a:r>
            <a:endParaRPr sz="3250" dirty="0">
              <a:latin typeface="Arial"/>
              <a:ea typeface="Arial"/>
              <a:cs typeface="Arial"/>
              <a:sym typeface="Arial"/>
            </a:endParaRPr>
          </a:p>
          <a:p>
            <a:pPr marL="863597" lvl="1" indent="-384236" algn="l" rtl="0">
              <a:lnSpc>
                <a:spcPct val="120005"/>
              </a:lnSpc>
              <a:spcBef>
                <a:spcPts val="0"/>
              </a:spcBef>
              <a:spcAft>
                <a:spcPts val="0"/>
              </a:spcAft>
              <a:buClr>
                <a:srgbClr val="002F74"/>
              </a:buClr>
              <a:buSzPts val="3250"/>
              <a:buFont typeface="Cambria"/>
              <a:buAutoNum type="arabicPeriod"/>
            </a:pPr>
            <a:r>
              <a:rPr lang="en-US" sz="3250" dirty="0">
                <a:solidFill>
                  <a:srgbClr val="002F74"/>
                </a:solidFill>
                <a:latin typeface="Cambria"/>
                <a:ea typeface="Cambria"/>
                <a:cs typeface="Cambria"/>
                <a:sym typeface="Cambria"/>
              </a:rPr>
              <a:t>If operand:</a:t>
            </a:r>
            <a:r>
              <a:rPr lang="en-US" sz="3250" dirty="0">
                <a:latin typeface="Cambria"/>
                <a:ea typeface="Cambria"/>
                <a:cs typeface="Cambria"/>
                <a:sym typeface="Cambria"/>
              </a:rPr>
              <a:t> Push it onto the stack.</a:t>
            </a:r>
            <a:endParaRPr sz="3250" dirty="0">
              <a:latin typeface="Arial"/>
              <a:ea typeface="Arial"/>
              <a:cs typeface="Arial"/>
              <a:sym typeface="Arial"/>
            </a:endParaRPr>
          </a:p>
          <a:p>
            <a:pPr marL="863597" lvl="1" indent="-384236" algn="l" rtl="0">
              <a:lnSpc>
                <a:spcPct val="120005"/>
              </a:lnSpc>
              <a:spcBef>
                <a:spcPts val="0"/>
              </a:spcBef>
              <a:spcAft>
                <a:spcPts val="0"/>
              </a:spcAft>
              <a:buClr>
                <a:srgbClr val="002F74"/>
              </a:buClr>
              <a:buSzPts val="3250"/>
              <a:buFont typeface="Cambria"/>
              <a:buAutoNum type="arabicPeriod"/>
            </a:pPr>
            <a:r>
              <a:rPr lang="en-US" sz="3250" dirty="0">
                <a:solidFill>
                  <a:srgbClr val="002F74"/>
                </a:solidFill>
                <a:latin typeface="Cambria"/>
                <a:ea typeface="Cambria"/>
                <a:cs typeface="Cambria"/>
                <a:sym typeface="Cambria"/>
              </a:rPr>
              <a:t>If operator:</a:t>
            </a:r>
            <a:endParaRPr sz="3250" dirty="0">
              <a:latin typeface="Arial"/>
              <a:ea typeface="Arial"/>
              <a:cs typeface="Arial"/>
              <a:sym typeface="Arial"/>
            </a:endParaRPr>
          </a:p>
          <a:p>
            <a:pPr marL="1727198" lvl="2" indent="-528170" algn="l" rtl="0">
              <a:lnSpc>
                <a:spcPct val="120005"/>
              </a:lnSpc>
              <a:spcBef>
                <a:spcPts val="0"/>
              </a:spcBef>
              <a:spcAft>
                <a:spcPts val="0"/>
              </a:spcAft>
              <a:buSzPts val="3250"/>
              <a:buChar char="⚬"/>
            </a:pPr>
            <a:r>
              <a:rPr lang="en-US" sz="3250" dirty="0">
                <a:latin typeface="Cambria"/>
                <a:ea typeface="Cambria"/>
                <a:cs typeface="Cambria"/>
                <a:sym typeface="Cambria"/>
              </a:rPr>
              <a:t>Pop two operands from the stack.</a:t>
            </a:r>
            <a:endParaRPr sz="3250" dirty="0">
              <a:latin typeface="Arial"/>
              <a:ea typeface="Arial"/>
              <a:cs typeface="Arial"/>
              <a:sym typeface="Arial"/>
            </a:endParaRPr>
          </a:p>
          <a:p>
            <a:pPr marL="1727198" lvl="2" indent="-528170" algn="l" rtl="0">
              <a:lnSpc>
                <a:spcPct val="120005"/>
              </a:lnSpc>
              <a:spcBef>
                <a:spcPts val="0"/>
              </a:spcBef>
              <a:spcAft>
                <a:spcPts val="0"/>
              </a:spcAft>
              <a:buSzPts val="3250"/>
              <a:buChar char="⚬"/>
            </a:pPr>
            <a:r>
              <a:rPr lang="en-US" sz="3250" dirty="0">
                <a:latin typeface="Cambria"/>
                <a:ea typeface="Cambria"/>
                <a:cs typeface="Cambria"/>
                <a:sym typeface="Cambria"/>
              </a:rPr>
              <a:t>Perform the operation.</a:t>
            </a:r>
            <a:endParaRPr sz="3250" dirty="0">
              <a:latin typeface="Arial"/>
              <a:ea typeface="Arial"/>
              <a:cs typeface="Arial"/>
              <a:sym typeface="Arial"/>
            </a:endParaRPr>
          </a:p>
          <a:p>
            <a:pPr marL="1727198" lvl="2" indent="-528170" algn="l" rtl="0">
              <a:lnSpc>
                <a:spcPct val="120005"/>
              </a:lnSpc>
              <a:spcBef>
                <a:spcPts val="0"/>
              </a:spcBef>
              <a:spcAft>
                <a:spcPts val="0"/>
              </a:spcAft>
              <a:buSzPts val="3250"/>
              <a:buChar char="⚬"/>
            </a:pPr>
            <a:r>
              <a:rPr lang="en-US" sz="3250" dirty="0">
                <a:latin typeface="Cambria"/>
                <a:ea typeface="Cambria"/>
                <a:cs typeface="Cambria"/>
                <a:sym typeface="Cambria"/>
              </a:rPr>
              <a:t>Push the result back onto the stack.</a:t>
            </a:r>
            <a:endParaRPr sz="3250" dirty="0">
              <a:latin typeface="Arial"/>
              <a:ea typeface="Arial"/>
              <a:cs typeface="Arial"/>
              <a:sym typeface="Arial"/>
            </a:endParaRPr>
          </a:p>
          <a:p>
            <a:pPr marL="863597" lvl="1" indent="-384236" algn="l" rtl="0">
              <a:lnSpc>
                <a:spcPct val="120005"/>
              </a:lnSpc>
              <a:spcBef>
                <a:spcPts val="0"/>
              </a:spcBef>
              <a:spcAft>
                <a:spcPts val="0"/>
              </a:spcAft>
              <a:buSzPts val="3250"/>
              <a:buFont typeface="Cambria"/>
              <a:buAutoNum type="arabicPeriod"/>
            </a:pPr>
            <a:r>
              <a:rPr lang="en-US" sz="3250" dirty="0">
                <a:latin typeface="Cambria"/>
                <a:ea typeface="Cambria"/>
                <a:cs typeface="Cambria"/>
                <a:sym typeface="Cambria"/>
              </a:rPr>
              <a:t>After scanning the entire expression,</a:t>
            </a:r>
            <a:endParaRPr sz="3250" dirty="0">
              <a:latin typeface="Arial"/>
              <a:ea typeface="Arial"/>
              <a:cs typeface="Arial"/>
              <a:sym typeface="Arial"/>
            </a:endParaRPr>
          </a:p>
          <a:p>
            <a:pPr marL="863597" lvl="1" indent="-384236" algn="l" rtl="0">
              <a:lnSpc>
                <a:spcPct val="120005"/>
              </a:lnSpc>
              <a:spcBef>
                <a:spcPts val="0"/>
              </a:spcBef>
              <a:spcAft>
                <a:spcPts val="0"/>
              </a:spcAft>
              <a:buSzPts val="3250"/>
              <a:buFont typeface="Cambria"/>
              <a:buAutoNum type="arabicPeriod"/>
            </a:pPr>
            <a:r>
              <a:rPr lang="en-US" sz="3250" dirty="0">
                <a:latin typeface="Cambria"/>
                <a:ea typeface="Cambria"/>
                <a:cs typeface="Cambria"/>
                <a:sym typeface="Cambria"/>
              </a:rPr>
              <a:t> the final result will be on the top of the stack.</a:t>
            </a:r>
            <a:endParaRPr sz="3250" dirty="0">
              <a:latin typeface="Arial"/>
              <a:ea typeface="Arial"/>
              <a:cs typeface="Arial"/>
              <a:sym typeface="Arial"/>
            </a:endParaRPr>
          </a:p>
          <a:p>
            <a:pPr marL="0" lvl="0" indent="0" algn="l" rtl="0">
              <a:lnSpc>
                <a:spcPct val="120005"/>
              </a:lnSpc>
              <a:spcBef>
                <a:spcPts val="0"/>
              </a:spcBef>
              <a:spcAft>
                <a:spcPts val="0"/>
              </a:spcAft>
              <a:buClr>
                <a:schemeClr val="dk1"/>
              </a:buClr>
              <a:buSzPts val="2400"/>
              <a:buFont typeface="Arial"/>
              <a:buNone/>
            </a:pPr>
            <a:endParaRPr sz="3250" dirty="0">
              <a:latin typeface="Cambria"/>
              <a:ea typeface="Cambria"/>
              <a:cs typeface="Cambria"/>
              <a:sym typeface="Cambria"/>
            </a:endParaRPr>
          </a:p>
          <a:p>
            <a:pPr marL="0" lvl="0" indent="0" algn="l" rtl="0">
              <a:lnSpc>
                <a:spcPct val="120005"/>
              </a:lnSpc>
              <a:spcBef>
                <a:spcPts val="0"/>
              </a:spcBef>
              <a:spcAft>
                <a:spcPts val="0"/>
              </a:spcAft>
              <a:buClr>
                <a:schemeClr val="dk1"/>
              </a:buClr>
              <a:buSzPts val="2400"/>
              <a:buFont typeface="Arial"/>
              <a:buNone/>
            </a:pPr>
            <a:r>
              <a:rPr lang="en-US" sz="3250" b="1" dirty="0">
                <a:latin typeface="Cambria"/>
                <a:ea typeface="Cambria"/>
                <a:cs typeface="Cambria"/>
                <a:sym typeface="Cambria"/>
              </a:rPr>
              <a:t>Example:</a:t>
            </a:r>
            <a:endParaRPr sz="3250" dirty="0">
              <a:latin typeface="Arial"/>
              <a:ea typeface="Arial"/>
              <a:cs typeface="Arial"/>
              <a:sym typeface="Arial"/>
            </a:endParaRPr>
          </a:p>
          <a:p>
            <a:pPr marL="0" lvl="0" indent="0" algn="l" rtl="0">
              <a:lnSpc>
                <a:spcPct val="120005"/>
              </a:lnSpc>
              <a:spcBef>
                <a:spcPts val="0"/>
              </a:spcBef>
              <a:spcAft>
                <a:spcPts val="0"/>
              </a:spcAft>
              <a:buClr>
                <a:schemeClr val="dk1"/>
              </a:buClr>
              <a:buSzPts val="2400"/>
              <a:buNone/>
            </a:pPr>
            <a:r>
              <a:rPr lang="en-US" sz="3250" dirty="0">
                <a:latin typeface="Cambria"/>
                <a:ea typeface="Cambria"/>
                <a:cs typeface="Cambria"/>
                <a:sym typeface="Cambria"/>
              </a:rPr>
              <a:t> Expression → </a:t>
            </a:r>
            <a:r>
              <a:rPr lang="en-US" sz="3250" dirty="0">
                <a:solidFill>
                  <a:srgbClr val="5E17EB"/>
                </a:solidFill>
                <a:latin typeface="Cambria"/>
                <a:ea typeface="Cambria"/>
                <a:cs typeface="Cambria"/>
                <a:sym typeface="Cambria"/>
              </a:rPr>
              <a:t>5 6 2 + * 12 4 / -</a:t>
            </a:r>
            <a:endParaRPr sz="3250" b="1" dirty="0">
              <a:solidFill>
                <a:srgbClr val="196391"/>
              </a:solidFill>
              <a:latin typeface="Cambria"/>
              <a:ea typeface="Cambria"/>
              <a:cs typeface="Cambria"/>
              <a:sym typeface="Cambria"/>
            </a:endParaRPr>
          </a:p>
        </p:txBody>
      </p:sp>
      <p:sp>
        <p:nvSpPr>
          <p:cNvPr id="194" name="Google Shape;194;g39dddbd7dcc_0_496"/>
          <p:cNvSpPr/>
          <p:nvPr/>
        </p:nvSpPr>
        <p:spPr>
          <a:xfrm>
            <a:off x="14987223" y="6"/>
            <a:ext cx="3217202" cy="149328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6"/>
          <p:cNvSpPr/>
          <p:nvPr/>
        </p:nvSpPr>
        <p:spPr>
          <a:xfrm>
            <a:off x="0" y="74069"/>
            <a:ext cx="18288000" cy="10287000"/>
          </a:xfrm>
          <a:custGeom>
            <a:avLst/>
            <a:gdLst/>
            <a:ahLst/>
            <a:cxnLst/>
            <a:rect l="l" t="t" r="r" b="b"/>
            <a:pathLst>
              <a:path w="24384000" h="13716000" extrusionOk="0">
                <a:moveTo>
                  <a:pt x="0" y="0"/>
                </a:moveTo>
                <a:lnTo>
                  <a:pt x="24384000" y="0"/>
                </a:lnTo>
                <a:lnTo>
                  <a:pt x="24384000" y="13716000"/>
                </a:lnTo>
                <a:lnTo>
                  <a:pt x="0" y="13716000"/>
                </a:lnTo>
                <a:lnTo>
                  <a:pt x="0" y="0"/>
                </a:lnTo>
                <a:close/>
              </a:path>
            </a:pathLst>
          </a:custGeom>
          <a:blipFill rotWithShape="1">
            <a:blip r:embed="rId3">
              <a:alphaModFix/>
            </a:blip>
            <a:stretch>
              <a:fillRect t="-1793658" b="-1793658"/>
            </a:stretch>
          </a:blipFill>
          <a:ln>
            <a:noFill/>
          </a:ln>
        </p:spPr>
      </p:sp>
      <p:sp>
        <p:nvSpPr>
          <p:cNvPr id="204" name="Google Shape;204;p6"/>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4">
              <a:alphaModFix/>
            </a:blip>
            <a:stretch>
              <a:fillRect/>
            </a:stretch>
          </a:blipFill>
          <a:ln>
            <a:noFill/>
          </a:ln>
        </p:spPr>
      </p:sp>
      <p:sp>
        <p:nvSpPr>
          <p:cNvPr id="205" name="Google Shape;205;p6"/>
          <p:cNvSpPr/>
          <p:nvPr/>
        </p:nvSpPr>
        <p:spPr>
          <a:xfrm>
            <a:off x="1833300" y="2797925"/>
            <a:ext cx="13466955" cy="7407972"/>
          </a:xfrm>
          <a:custGeom>
            <a:avLst/>
            <a:gdLst/>
            <a:ahLst/>
            <a:cxnLst/>
            <a:rect l="l" t="t" r="r" b="b"/>
            <a:pathLst>
              <a:path w="14637995" h="8277064" extrusionOk="0">
                <a:moveTo>
                  <a:pt x="0" y="0"/>
                </a:moveTo>
                <a:lnTo>
                  <a:pt x="14637996" y="0"/>
                </a:lnTo>
                <a:lnTo>
                  <a:pt x="14637996" y="8277064"/>
                </a:lnTo>
                <a:lnTo>
                  <a:pt x="0" y="8277064"/>
                </a:lnTo>
                <a:lnTo>
                  <a:pt x="0" y="0"/>
                </a:lnTo>
                <a:close/>
              </a:path>
            </a:pathLst>
          </a:custGeom>
          <a:blipFill rotWithShape="1">
            <a:blip r:embed="rId5">
              <a:alphaModFix/>
            </a:blip>
            <a:stretch>
              <a:fillRect r="-5439" b="-4891"/>
            </a:stretch>
          </a:blipFill>
          <a:ln w="35800" cap="rnd" cmpd="sng">
            <a:solidFill>
              <a:srgbClr val="000000"/>
            </a:solidFill>
            <a:prstDash val="solid"/>
            <a:round/>
            <a:headEnd type="none" w="sm" len="sm"/>
            <a:tailEnd type="none" w="sm" len="sm"/>
          </a:ln>
        </p:spPr>
      </p:sp>
      <p:sp>
        <p:nvSpPr>
          <p:cNvPr id="206" name="Google Shape;206;p6"/>
          <p:cNvSpPr txBox="1"/>
          <p:nvPr/>
        </p:nvSpPr>
        <p:spPr>
          <a:xfrm>
            <a:off x="1833300" y="735700"/>
            <a:ext cx="11451900" cy="1662600"/>
          </a:xfrm>
          <a:prstGeom prst="rect">
            <a:avLst/>
          </a:prstGeom>
          <a:noFill/>
          <a:ln>
            <a:noFill/>
          </a:ln>
        </p:spPr>
        <p:txBody>
          <a:bodyPr spcFirstLastPara="1" wrap="square" lIns="0" tIns="0" rIns="0" bIns="0" anchor="t" anchorCtr="0">
            <a:spAutoFit/>
          </a:bodyPr>
          <a:lstStyle/>
          <a:p>
            <a:pPr marL="0" marR="0" lvl="0" indent="0" algn="l" rtl="0">
              <a:lnSpc>
                <a:spcPct val="120013"/>
              </a:lnSpc>
              <a:spcBef>
                <a:spcPts val="0"/>
              </a:spcBef>
              <a:spcAft>
                <a:spcPts val="0"/>
              </a:spcAft>
              <a:buClr>
                <a:srgbClr val="000000"/>
              </a:buClr>
              <a:buSzPts val="2841"/>
              <a:buFont typeface="Arial"/>
              <a:buNone/>
            </a:pPr>
            <a:r>
              <a:rPr lang="en-US" sz="6000" b="1" i="0" u="none" strike="noStrike" cap="none">
                <a:solidFill>
                  <a:srgbClr val="000000"/>
                </a:solidFill>
                <a:latin typeface="Cambria"/>
                <a:ea typeface="Cambria"/>
                <a:cs typeface="Cambria"/>
                <a:sym typeface="Cambria"/>
              </a:rPr>
              <a:t>Example:</a:t>
            </a:r>
            <a:endParaRPr sz="6000" b="0" i="0" u="none" strike="noStrike" cap="none">
              <a:solidFill>
                <a:srgbClr val="000000"/>
              </a:solidFill>
              <a:latin typeface="Arial"/>
              <a:ea typeface="Arial"/>
              <a:cs typeface="Arial"/>
              <a:sym typeface="Arial"/>
            </a:endParaRPr>
          </a:p>
          <a:p>
            <a:pPr marL="0" marR="0" lvl="0" indent="0" algn="l" rtl="0">
              <a:lnSpc>
                <a:spcPct val="120013"/>
              </a:lnSpc>
              <a:spcBef>
                <a:spcPts val="0"/>
              </a:spcBef>
              <a:spcAft>
                <a:spcPts val="0"/>
              </a:spcAft>
              <a:buClr>
                <a:srgbClr val="000000"/>
              </a:buClr>
              <a:buSzPts val="2841"/>
              <a:buFont typeface="Arial"/>
              <a:buNone/>
            </a:pPr>
            <a:r>
              <a:rPr lang="en-US" sz="3250" b="1" i="0" u="none" strike="noStrike" cap="none">
                <a:solidFill>
                  <a:srgbClr val="000000"/>
                </a:solidFill>
                <a:latin typeface="Cambria"/>
                <a:ea typeface="Cambria"/>
                <a:cs typeface="Cambria"/>
                <a:sym typeface="Cambria"/>
              </a:rPr>
              <a:t>                   </a:t>
            </a:r>
            <a:r>
              <a:rPr lang="en-US" sz="3600" b="0" i="0" u="none" strike="noStrike" cap="none">
                <a:solidFill>
                  <a:srgbClr val="000000"/>
                </a:solidFill>
                <a:latin typeface="Cambria"/>
                <a:ea typeface="Cambria"/>
                <a:cs typeface="Cambria"/>
                <a:sym typeface="Cambria"/>
              </a:rPr>
              <a:t>Let’s evaluate →  </a:t>
            </a:r>
            <a:r>
              <a:rPr lang="en-US" sz="3600" b="0" i="1" u="none" strike="noStrike" cap="none">
                <a:solidFill>
                  <a:srgbClr val="000000"/>
                </a:solidFill>
                <a:latin typeface="Cambria"/>
                <a:ea typeface="Cambria"/>
                <a:cs typeface="Cambria"/>
                <a:sym typeface="Cambria"/>
              </a:rPr>
              <a:t>5 6 2 + * 12 4 / -</a:t>
            </a:r>
            <a:endParaRPr sz="3600" b="0" i="0" u="none" strike="noStrike" cap="none">
              <a:solidFill>
                <a:srgbClr val="000000"/>
              </a:solidFill>
              <a:latin typeface="Arial"/>
              <a:ea typeface="Arial"/>
              <a:cs typeface="Arial"/>
              <a:sym typeface="Arial"/>
            </a:endParaRPr>
          </a:p>
        </p:txBody>
      </p:sp>
      <p:sp>
        <p:nvSpPr>
          <p:cNvPr id="207" name="Google Shape;207;p6"/>
          <p:cNvSpPr txBox="1"/>
          <p:nvPr/>
        </p:nvSpPr>
        <p:spPr>
          <a:xfrm rot="5400000">
            <a:off x="14080540" y="5707964"/>
            <a:ext cx="5736000" cy="554100"/>
          </a:xfrm>
          <a:prstGeom prst="rect">
            <a:avLst/>
          </a:prstGeom>
          <a:noFill/>
          <a:ln>
            <a:noFill/>
          </a:ln>
        </p:spPr>
        <p:txBody>
          <a:bodyPr spcFirstLastPara="1" wrap="square" lIns="0" tIns="0" rIns="0" bIns="0" anchor="t" anchorCtr="0">
            <a:spAutoFit/>
          </a:bodyPr>
          <a:lstStyle/>
          <a:p>
            <a:pPr marL="0" marR="0" lvl="0" indent="0" algn="ctr" rtl="0">
              <a:lnSpc>
                <a:spcPct val="139993"/>
              </a:lnSpc>
              <a:spcBef>
                <a:spcPts val="0"/>
              </a:spcBef>
              <a:spcAft>
                <a:spcPts val="0"/>
              </a:spcAft>
              <a:buClr>
                <a:srgbClr val="000000"/>
              </a:buClr>
              <a:buSzPts val="2983"/>
              <a:buFont typeface="Arial"/>
              <a:buNone/>
            </a:pPr>
            <a:r>
              <a:rPr lang="en-US" sz="3600" b="0" i="0" u="none" strike="noStrike" cap="none">
                <a:solidFill>
                  <a:srgbClr val="000000"/>
                </a:solidFill>
                <a:latin typeface="Cambria"/>
                <a:ea typeface="Cambria"/>
                <a:cs typeface="Cambria"/>
                <a:sym typeface="Cambria"/>
              </a:rPr>
              <a:t>💡</a:t>
            </a:r>
            <a:r>
              <a:rPr lang="en-US" sz="3600" b="1" i="0" u="none" strike="noStrike" cap="none">
                <a:solidFill>
                  <a:srgbClr val="001C5D"/>
                </a:solidFill>
                <a:latin typeface="Cambria"/>
                <a:ea typeface="Cambria"/>
                <a:cs typeface="Cambria"/>
                <a:sym typeface="Cambria"/>
              </a:rPr>
              <a:t> Final Result :</a:t>
            </a:r>
            <a:r>
              <a:rPr lang="en-US" sz="3600" b="0" i="0" u="none" strike="noStrike" cap="none">
                <a:solidFill>
                  <a:srgbClr val="000000"/>
                </a:solidFill>
                <a:latin typeface="Cambria"/>
                <a:ea typeface="Cambria"/>
                <a:cs typeface="Cambria"/>
                <a:sym typeface="Cambria"/>
              </a:rPr>
              <a:t> 37</a:t>
            </a:r>
            <a:endParaRPr sz="3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7"/>
          <p:cNvSpPr txBox="1"/>
          <p:nvPr/>
        </p:nvSpPr>
        <p:spPr>
          <a:xfrm>
            <a:off x="1531358" y="893138"/>
            <a:ext cx="15225300" cy="97413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Clr>
                <a:srgbClr val="000000"/>
              </a:buClr>
              <a:buSzPts val="4000"/>
              <a:buFont typeface="Arial"/>
              <a:buNone/>
            </a:pPr>
            <a:endParaRPr sz="6000" b="0" i="0" u="none" strike="noStrike" cap="none" dirty="0">
              <a:solidFill>
                <a:srgbClr val="000000"/>
              </a:solidFill>
              <a:latin typeface="Arial"/>
              <a:ea typeface="Arial"/>
              <a:cs typeface="Arial"/>
              <a:sym typeface="Arial"/>
            </a:endParaRPr>
          </a:p>
          <a:p>
            <a:pPr marL="0" marR="0" lvl="0" indent="0" algn="l" rtl="0">
              <a:lnSpc>
                <a:spcPct val="132008"/>
              </a:lnSpc>
              <a:spcBef>
                <a:spcPts val="0"/>
              </a:spcBef>
              <a:spcAft>
                <a:spcPts val="0"/>
              </a:spcAft>
              <a:buClr>
                <a:srgbClr val="000000"/>
              </a:buClr>
              <a:buSzPts val="2400"/>
              <a:buFont typeface="Arial"/>
              <a:buNone/>
            </a:pPr>
            <a:endParaRPr sz="2400" b="1" i="0" u="sng" strike="noStrike" cap="none" dirty="0">
              <a:solidFill>
                <a:srgbClr val="000000"/>
              </a:solidFill>
              <a:latin typeface="Cambria"/>
              <a:ea typeface="Cambria"/>
              <a:cs typeface="Cambria"/>
              <a:sym typeface="Cambria"/>
            </a:endParaRPr>
          </a:p>
          <a:p>
            <a:pPr marL="755647" marR="0" lvl="1" indent="-362012" algn="l" rtl="0">
              <a:lnSpc>
                <a:spcPct val="120005"/>
              </a:lnSpc>
              <a:spcBef>
                <a:spcPts val="0"/>
              </a:spcBef>
              <a:spcAft>
                <a:spcPts val="0"/>
              </a:spcAft>
              <a:buClr>
                <a:srgbClr val="000000"/>
              </a:buClr>
              <a:buSzPts val="3250"/>
              <a:buFont typeface="Cambria"/>
              <a:buAutoNum type="arabicPeriod"/>
            </a:pPr>
            <a:r>
              <a:rPr lang="en-US" sz="3250" b="0" i="0" u="none" strike="noStrike" cap="none" dirty="0">
                <a:solidFill>
                  <a:srgbClr val="000000"/>
                </a:solidFill>
                <a:latin typeface="Cambria"/>
                <a:ea typeface="Cambria"/>
                <a:cs typeface="Cambria"/>
                <a:sym typeface="Cambria"/>
              </a:rPr>
              <a:t>Read the postfix expression left → right (tokens separated by spaces).</a:t>
            </a:r>
            <a:endParaRPr sz="3250" b="0" i="0" u="none" strike="noStrike" cap="none" dirty="0">
              <a:solidFill>
                <a:srgbClr val="000000"/>
              </a:solidFill>
              <a:latin typeface="Arial"/>
              <a:ea typeface="Arial"/>
              <a:cs typeface="Arial"/>
              <a:sym typeface="Arial"/>
            </a:endParaRPr>
          </a:p>
          <a:p>
            <a:pPr marL="755647" marR="0" lvl="1" indent="-362012" algn="l" rtl="0">
              <a:lnSpc>
                <a:spcPct val="120005"/>
              </a:lnSpc>
              <a:spcBef>
                <a:spcPts val="0"/>
              </a:spcBef>
              <a:spcAft>
                <a:spcPts val="0"/>
              </a:spcAft>
              <a:buClr>
                <a:srgbClr val="000000"/>
              </a:buClr>
              <a:buSzPts val="3250"/>
              <a:buFont typeface="Cambria"/>
              <a:buAutoNum type="arabicPeriod"/>
            </a:pPr>
            <a:r>
              <a:rPr lang="en-US" sz="3250" b="0" i="0" u="none" strike="noStrike" cap="none" dirty="0">
                <a:solidFill>
                  <a:srgbClr val="000000"/>
                </a:solidFill>
                <a:latin typeface="Cambria"/>
                <a:ea typeface="Cambria"/>
                <a:cs typeface="Cambria"/>
                <a:sym typeface="Cambria"/>
              </a:rPr>
              <a:t>If token is an operand, push it onto the stack.</a:t>
            </a:r>
            <a:endParaRPr sz="3250" b="0" i="0" u="none" strike="noStrike" cap="none" dirty="0">
              <a:solidFill>
                <a:srgbClr val="000000"/>
              </a:solidFill>
              <a:latin typeface="Arial"/>
              <a:ea typeface="Arial"/>
              <a:cs typeface="Arial"/>
              <a:sym typeface="Arial"/>
            </a:endParaRPr>
          </a:p>
          <a:p>
            <a:pPr marL="755647" marR="0" lvl="1" indent="-362012" algn="l" rtl="0">
              <a:lnSpc>
                <a:spcPct val="120005"/>
              </a:lnSpc>
              <a:spcBef>
                <a:spcPts val="0"/>
              </a:spcBef>
              <a:spcAft>
                <a:spcPts val="0"/>
              </a:spcAft>
              <a:buClr>
                <a:srgbClr val="000000"/>
              </a:buClr>
              <a:buSzPts val="3250"/>
              <a:buFont typeface="Cambria"/>
              <a:buAutoNum type="arabicPeriod"/>
            </a:pPr>
            <a:r>
              <a:rPr lang="en-US" sz="3250" b="0" i="0" u="none" strike="noStrike" cap="none" dirty="0">
                <a:solidFill>
                  <a:srgbClr val="000000"/>
                </a:solidFill>
                <a:latin typeface="Cambria"/>
                <a:ea typeface="Cambria"/>
                <a:cs typeface="Cambria"/>
                <a:sym typeface="Cambria"/>
              </a:rPr>
              <a:t>If token is an operator (+ - * /) :   </a:t>
            </a:r>
            <a:endParaRPr sz="3250" b="0" i="0" u="none" strike="noStrike" cap="none" dirty="0">
              <a:solidFill>
                <a:srgbClr val="000000"/>
              </a:solidFill>
              <a:latin typeface="Cambria"/>
              <a:ea typeface="Cambria"/>
              <a:cs typeface="Cambria"/>
              <a:sym typeface="Cambria"/>
            </a:endParaRPr>
          </a:p>
          <a:p>
            <a:pPr marL="914400" marR="0" lvl="0" indent="0" algn="l" rtl="0">
              <a:lnSpc>
                <a:spcPct val="120005"/>
              </a:lnSpc>
              <a:spcBef>
                <a:spcPts val="0"/>
              </a:spcBef>
              <a:spcAft>
                <a:spcPts val="0"/>
              </a:spcAft>
              <a:buClr>
                <a:srgbClr val="000000"/>
              </a:buClr>
              <a:buSzPts val="3250"/>
              <a:buFont typeface="Arial"/>
              <a:buNone/>
            </a:pPr>
            <a:endParaRPr sz="325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endParaRPr sz="325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250" b="0" i="0" u="none" strike="noStrike" cap="none" dirty="0">
                <a:solidFill>
                  <a:srgbClr val="000000"/>
                </a:solidFill>
                <a:latin typeface="Cambria"/>
                <a:ea typeface="Cambria"/>
                <a:cs typeface="Cambria"/>
                <a:sym typeface="Cambria"/>
              </a:rPr>
              <a:t>      </a:t>
            </a:r>
            <a:endParaRPr sz="325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25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250" b="0" i="0" u="none" strike="noStrike" cap="none" dirty="0">
                <a:solidFill>
                  <a:srgbClr val="000000"/>
                </a:solidFill>
                <a:latin typeface="Cambria"/>
                <a:ea typeface="Cambria"/>
                <a:cs typeface="Cambria"/>
                <a:sym typeface="Cambria"/>
              </a:rPr>
              <a:t>    4. Repeat until all tokens processed.</a:t>
            </a:r>
            <a:endParaRPr sz="325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250" b="0" i="0" u="none" strike="noStrike" cap="none" dirty="0">
                <a:solidFill>
                  <a:srgbClr val="000000"/>
                </a:solidFill>
                <a:latin typeface="Cambria"/>
                <a:ea typeface="Cambria"/>
                <a:cs typeface="Cambria"/>
                <a:sym typeface="Cambria"/>
              </a:rPr>
              <a:t>    5. Final answer = single value remaining on stack (stack top).</a:t>
            </a:r>
            <a:endParaRPr sz="325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250" b="0" i="0" u="none" strike="noStrike" cap="none" dirty="0">
                <a:solidFill>
                  <a:srgbClr val="000000"/>
                </a:solidFill>
                <a:latin typeface="Cambria"/>
                <a:ea typeface="Cambria"/>
                <a:cs typeface="Cambria"/>
                <a:sym typeface="Cambria"/>
              </a:rPr>
              <a:t>    6. Handle errors: if you try to pop when stack has &lt;2 values → invalid               </a:t>
            </a:r>
            <a:endParaRPr sz="325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250" b="0" i="0" u="none" strike="noStrike" cap="none" dirty="0">
                <a:solidFill>
                  <a:srgbClr val="000000"/>
                </a:solidFill>
                <a:latin typeface="Cambria"/>
                <a:ea typeface="Cambria"/>
                <a:cs typeface="Cambria"/>
                <a:sym typeface="Cambria"/>
              </a:rPr>
              <a:t>         expression; after finish, if stack size ≠ 1 → invalid expression.</a:t>
            </a:r>
            <a:endParaRPr sz="3250" b="0" i="0" u="none" strike="noStrike" cap="none" dirty="0">
              <a:solidFill>
                <a:srgbClr val="000000"/>
              </a:solidFill>
              <a:latin typeface="Arial"/>
              <a:ea typeface="Arial"/>
              <a:cs typeface="Arial"/>
              <a:sym typeface="Arial"/>
            </a:endParaRPr>
          </a:p>
          <a:p>
            <a:pPr marL="0" marR="0" lvl="0" indent="0" algn="l" rtl="0">
              <a:lnSpc>
                <a:spcPct val="120006"/>
              </a:lnSpc>
              <a:spcBef>
                <a:spcPts val="0"/>
              </a:spcBef>
              <a:spcAft>
                <a:spcPts val="0"/>
              </a:spcAft>
              <a:buClr>
                <a:srgbClr val="000000"/>
              </a:buClr>
              <a:buSzPts val="2400"/>
              <a:buFont typeface="Arial"/>
              <a:buNone/>
            </a:pPr>
            <a:r>
              <a:rPr lang="en-US" sz="3250" b="0" i="0" u="none" strike="noStrike" cap="none" dirty="0">
                <a:solidFill>
                  <a:srgbClr val="000000"/>
                </a:solidFill>
                <a:latin typeface="Cambria"/>
                <a:ea typeface="Cambria"/>
                <a:cs typeface="Cambria"/>
                <a:sym typeface="Cambria"/>
              </a:rPr>
              <a:t> (Use integer division only if expression expects integers; otherwise handle floats.)</a:t>
            </a:r>
            <a:endParaRPr sz="3250" b="0" i="0" u="none" strike="noStrike" cap="none" dirty="0">
              <a:solidFill>
                <a:srgbClr val="000000"/>
              </a:solidFill>
              <a:latin typeface="Arial"/>
              <a:ea typeface="Arial"/>
              <a:cs typeface="Arial"/>
              <a:sym typeface="Arial"/>
            </a:endParaRPr>
          </a:p>
          <a:p>
            <a:pPr marL="0" marR="0" lvl="0" indent="0" algn="l" rtl="0">
              <a:lnSpc>
                <a:spcPct val="154856"/>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a:p>
            <a:pPr marL="0" marR="0" lvl="0" indent="0" algn="l" rtl="0">
              <a:lnSpc>
                <a:spcPct val="154856"/>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p:txBody>
      </p:sp>
      <p:sp>
        <p:nvSpPr>
          <p:cNvPr id="217" name="Google Shape;217;p7"/>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18" name="Google Shape;218;p7"/>
          <p:cNvSpPr txBox="1"/>
          <p:nvPr/>
        </p:nvSpPr>
        <p:spPr>
          <a:xfrm>
            <a:off x="2441107" y="4308176"/>
            <a:ext cx="6789300" cy="2857500"/>
          </a:xfrm>
          <a:prstGeom prst="rect">
            <a:avLst/>
          </a:prstGeom>
          <a:noFill/>
          <a:ln>
            <a:noFill/>
          </a:ln>
        </p:spPr>
        <p:txBody>
          <a:bodyPr spcFirstLastPara="1" wrap="square" lIns="0" tIns="0" rIns="0" bIns="0" anchor="t" anchorCtr="0">
            <a:spAutoFit/>
          </a:bodyPr>
          <a:lstStyle/>
          <a:p>
            <a:pPr marL="683535" marR="0" lvl="1" indent="-343989" algn="l" rtl="0">
              <a:lnSpc>
                <a:spcPct val="120031"/>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Pop the top value → b.</a:t>
            </a:r>
            <a:endParaRPr sz="3200" b="0" i="0" u="none" strike="noStrike" cap="none" dirty="0">
              <a:solidFill>
                <a:srgbClr val="000000"/>
              </a:solidFill>
              <a:latin typeface="Arial"/>
              <a:ea typeface="Arial"/>
              <a:cs typeface="Arial"/>
              <a:sym typeface="Arial"/>
            </a:endParaRPr>
          </a:p>
          <a:p>
            <a:pPr marL="683535" marR="0" lvl="1" indent="-343989" algn="l" rtl="0">
              <a:lnSpc>
                <a:spcPct val="120031"/>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Pop the next top → a.</a:t>
            </a:r>
            <a:endParaRPr sz="3200" b="0" i="0" u="none" strike="noStrike" cap="none" dirty="0">
              <a:solidFill>
                <a:srgbClr val="000000"/>
              </a:solidFill>
              <a:latin typeface="Arial"/>
              <a:ea typeface="Arial"/>
              <a:cs typeface="Arial"/>
              <a:sym typeface="Arial"/>
            </a:endParaRPr>
          </a:p>
          <a:p>
            <a:pPr marL="683535" marR="0" lvl="1" indent="-343989" algn="l" rtl="0">
              <a:lnSpc>
                <a:spcPct val="120031"/>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Compute result = a (op) b.</a:t>
            </a:r>
            <a:endParaRPr sz="3200" b="0" i="0" u="none" strike="noStrike" cap="none" dirty="0">
              <a:solidFill>
                <a:srgbClr val="000000"/>
              </a:solidFill>
              <a:latin typeface="Arial"/>
              <a:ea typeface="Arial"/>
              <a:cs typeface="Arial"/>
              <a:sym typeface="Arial"/>
            </a:endParaRPr>
          </a:p>
          <a:p>
            <a:pPr marL="683535" marR="0" lvl="1" indent="-343989" algn="l" rtl="0">
              <a:lnSpc>
                <a:spcPct val="120031"/>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Push result back onto the stack.</a:t>
            </a:r>
            <a:endParaRPr sz="3200" b="0" i="0" u="none" strike="noStrike" cap="none" dirty="0">
              <a:solidFill>
                <a:srgbClr val="000000"/>
              </a:solidFill>
              <a:latin typeface="Arial"/>
              <a:ea typeface="Arial"/>
              <a:cs typeface="Arial"/>
              <a:sym typeface="Arial"/>
            </a:endParaRPr>
          </a:p>
          <a:p>
            <a:pPr marL="0" marR="0" lvl="0" indent="0" algn="l" rtl="0">
              <a:lnSpc>
                <a:spcPct val="120031"/>
              </a:lnSpc>
              <a:spcBef>
                <a:spcPts val="0"/>
              </a:spcBef>
              <a:spcAft>
                <a:spcPts val="0"/>
              </a:spcAft>
              <a:buClr>
                <a:srgbClr val="000000"/>
              </a:buClr>
              <a:buSzPts val="2300"/>
              <a:buFont typeface="Arial"/>
              <a:buNone/>
            </a:pPr>
            <a:endParaRPr sz="3200" b="0" i="0" u="none" strike="noStrike" cap="none" dirty="0">
              <a:solidFill>
                <a:srgbClr val="000000"/>
              </a:solidFill>
              <a:latin typeface="Cambria"/>
              <a:ea typeface="Cambria"/>
              <a:cs typeface="Cambria"/>
              <a:sym typeface="Cambria"/>
            </a:endParaRPr>
          </a:p>
        </p:txBody>
      </p:sp>
      <p:sp>
        <p:nvSpPr>
          <p:cNvPr id="219" name="Google Shape;219;p7"/>
          <p:cNvSpPr txBox="1">
            <a:spLocks noGrp="1"/>
          </p:cNvSpPr>
          <p:nvPr>
            <p:ph type="title" idx="4294967295"/>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p>
            <a:pPr marL="0" lvl="0" indent="0" algn="l" rtl="0">
              <a:lnSpc>
                <a:spcPct val="120005"/>
              </a:lnSpc>
              <a:spcBef>
                <a:spcPts val="0"/>
              </a:spcBef>
              <a:spcAft>
                <a:spcPts val="0"/>
              </a:spcAft>
              <a:buClr>
                <a:schemeClr val="dk1"/>
              </a:buClr>
              <a:buSzPts val="4000"/>
              <a:buFont typeface="Arial"/>
              <a:buNone/>
            </a:pPr>
            <a:r>
              <a:rPr lang="en-US" sz="6000" b="1" u="sng">
                <a:latin typeface="Cambria"/>
                <a:ea typeface="Cambria"/>
                <a:cs typeface="Cambria"/>
                <a:sym typeface="Cambria"/>
              </a:rPr>
              <a:t>Postfix Evaluation — Step-by-Step</a:t>
            </a:r>
            <a:endParaRPr sz="6000" b="1">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8"/>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29" name="Google Shape;229;p8"/>
          <p:cNvSpPr txBox="1"/>
          <p:nvPr/>
        </p:nvSpPr>
        <p:spPr>
          <a:xfrm>
            <a:off x="1131591" y="808950"/>
            <a:ext cx="1424460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2400"/>
              <a:buFont typeface="Arial"/>
              <a:buNone/>
            </a:pPr>
            <a:r>
              <a:rPr lang="en-US" sz="6000" b="1" i="0" u="none" strike="noStrike" cap="none" dirty="0">
                <a:solidFill>
                  <a:schemeClr val="tx1"/>
                </a:solidFill>
                <a:latin typeface="Cambria"/>
                <a:ea typeface="Cambria"/>
                <a:cs typeface="Cambria"/>
                <a:sym typeface="Cambria"/>
              </a:rPr>
              <a:t>Code Implementation:</a:t>
            </a:r>
            <a:endParaRPr sz="6000" b="0" i="0" u="none" strike="noStrike" cap="none" dirty="0">
              <a:solidFill>
                <a:schemeClr val="tx1"/>
              </a:solidFill>
              <a:latin typeface="Arial"/>
              <a:ea typeface="Arial"/>
              <a:cs typeface="Arial"/>
              <a:sym typeface="Arial"/>
            </a:endParaRPr>
          </a:p>
        </p:txBody>
      </p:sp>
      <p:pic>
        <p:nvPicPr>
          <p:cNvPr id="3" name="Picture 2">
            <a:extLst>
              <a:ext uri="{FF2B5EF4-FFF2-40B4-BE49-F238E27FC236}">
                <a16:creationId xmlns:a16="http://schemas.microsoft.com/office/drawing/2014/main" id="{8B716CB1-67B3-C5CE-7E95-01F0BB511305}"/>
              </a:ext>
            </a:extLst>
          </p:cNvPr>
          <p:cNvPicPr>
            <a:picLocks noChangeAspect="1"/>
          </p:cNvPicPr>
          <p:nvPr/>
        </p:nvPicPr>
        <p:blipFill>
          <a:blip r:embed="rId4"/>
          <a:stretch>
            <a:fillRect/>
          </a:stretch>
        </p:blipFill>
        <p:spPr>
          <a:xfrm>
            <a:off x="2692581" y="2033151"/>
            <a:ext cx="12270658" cy="7990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3B8B700B-3556-DC9D-CAF9-F279474C8FBF}"/>
            </a:ext>
          </a:extLst>
        </p:cNvPr>
        <p:cNvGrpSpPr/>
        <p:nvPr/>
      </p:nvGrpSpPr>
      <p:grpSpPr>
        <a:xfrm>
          <a:off x="0" y="0"/>
          <a:ext cx="0" cy="0"/>
          <a:chOff x="0" y="0"/>
          <a:chExt cx="0" cy="0"/>
        </a:xfrm>
      </p:grpSpPr>
      <p:sp>
        <p:nvSpPr>
          <p:cNvPr id="228" name="Google Shape;228;p8">
            <a:extLst>
              <a:ext uri="{FF2B5EF4-FFF2-40B4-BE49-F238E27FC236}">
                <a16:creationId xmlns:a16="http://schemas.microsoft.com/office/drawing/2014/main" id="{2DFD934C-A3BC-48AB-4776-70FC07D0EB35}"/>
              </a:ext>
            </a:extLst>
          </p:cNvPr>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pic>
        <p:nvPicPr>
          <p:cNvPr id="4" name="Picture 3">
            <a:extLst>
              <a:ext uri="{FF2B5EF4-FFF2-40B4-BE49-F238E27FC236}">
                <a16:creationId xmlns:a16="http://schemas.microsoft.com/office/drawing/2014/main" id="{24B4F305-2E1C-DD07-6432-9BE756C14060}"/>
              </a:ext>
            </a:extLst>
          </p:cNvPr>
          <p:cNvPicPr>
            <a:picLocks noChangeAspect="1"/>
          </p:cNvPicPr>
          <p:nvPr/>
        </p:nvPicPr>
        <p:blipFill>
          <a:blip r:embed="rId4"/>
          <a:stretch>
            <a:fillRect/>
          </a:stretch>
        </p:blipFill>
        <p:spPr>
          <a:xfrm>
            <a:off x="2569880" y="3584788"/>
            <a:ext cx="12027356" cy="2468496"/>
          </a:xfrm>
          <a:prstGeom prst="rect">
            <a:avLst/>
          </a:prstGeom>
        </p:spPr>
      </p:pic>
    </p:spTree>
    <p:extLst>
      <p:ext uri="{BB962C8B-B14F-4D97-AF65-F5344CB8AC3E}">
        <p14:creationId xmlns:p14="http://schemas.microsoft.com/office/powerpoint/2010/main" val="93379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1257300" y="547688"/>
            <a:ext cx="15773400" cy="1988345"/>
          </a:xfrm>
          <a:prstGeom prst="rect">
            <a:avLst/>
          </a:prstGeom>
          <a:noFill/>
          <a:ln>
            <a:noFill/>
          </a:ln>
        </p:spPr>
        <p:txBody>
          <a:bodyPr spcFirstLastPara="1" wrap="square" lIns="137138" tIns="68550" rIns="137138" bIns="68550" anchor="ctr" anchorCtr="0">
            <a:normAutofit/>
          </a:bodyPr>
          <a:lstStyle/>
          <a:p>
            <a:pPr algn="l">
              <a:lnSpc>
                <a:spcPct val="90000"/>
              </a:lnSpc>
              <a:buSzPts val="4000"/>
            </a:pPr>
            <a:r>
              <a:rPr lang="en-IN" sz="6000" b="1">
                <a:latin typeface="Cambria"/>
                <a:ea typeface="Cambria"/>
                <a:cs typeface="Cambria"/>
                <a:sym typeface="Cambria"/>
              </a:rPr>
              <a:t>Output :</a:t>
            </a:r>
            <a:endParaRPr sz="6000" b="1">
              <a:latin typeface="Cambria"/>
              <a:ea typeface="Cambria"/>
              <a:cs typeface="Cambria"/>
              <a:sym typeface="Cambria"/>
            </a:endParaRPr>
          </a:p>
        </p:txBody>
      </p:sp>
      <p:sp>
        <p:nvSpPr>
          <p:cNvPr id="156" name="Google Shape;156;p11"/>
          <p:cNvSpPr/>
          <p:nvPr/>
        </p:nvSpPr>
        <p:spPr>
          <a:xfrm>
            <a:off x="14987224" y="6"/>
            <a:ext cx="3218567" cy="1493919"/>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b="1"/>
            </a:stretch>
          </a:blipFill>
          <a:ln>
            <a:noFill/>
          </a:ln>
        </p:spPr>
      </p:sp>
      <p:sp>
        <p:nvSpPr>
          <p:cNvPr id="2" name="Rectangle 1">
            <a:extLst>
              <a:ext uri="{FF2B5EF4-FFF2-40B4-BE49-F238E27FC236}">
                <a16:creationId xmlns:a16="http://schemas.microsoft.com/office/drawing/2014/main" id="{3595AF01-F001-E012-4271-64090A2F6879}"/>
              </a:ext>
            </a:extLst>
          </p:cNvPr>
          <p:cNvSpPr/>
          <p:nvPr/>
        </p:nvSpPr>
        <p:spPr>
          <a:xfrm>
            <a:off x="2580968" y="3008672"/>
            <a:ext cx="12167420" cy="47342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2100" dirty="0"/>
          </a:p>
        </p:txBody>
      </p:sp>
      <p:sp>
        <p:nvSpPr>
          <p:cNvPr id="3" name="TextBox 2">
            <a:extLst>
              <a:ext uri="{FF2B5EF4-FFF2-40B4-BE49-F238E27FC236}">
                <a16:creationId xmlns:a16="http://schemas.microsoft.com/office/drawing/2014/main" id="{0D791DF5-972B-1D27-EE5A-022B406632E1}"/>
              </a:ext>
            </a:extLst>
          </p:cNvPr>
          <p:cNvSpPr txBox="1"/>
          <p:nvPr/>
        </p:nvSpPr>
        <p:spPr>
          <a:xfrm>
            <a:off x="2772698" y="3303640"/>
            <a:ext cx="11621729" cy="1651606"/>
          </a:xfrm>
          <a:prstGeom prst="rect">
            <a:avLst/>
          </a:prstGeom>
          <a:noFill/>
        </p:spPr>
        <p:txBody>
          <a:bodyPr wrap="square" rtlCol="0">
            <a:spAutoFit/>
          </a:bodyPr>
          <a:lstStyle/>
          <a:p>
            <a:pPr>
              <a:lnSpc>
                <a:spcPct val="150000"/>
              </a:lnSpc>
            </a:pPr>
            <a:r>
              <a:rPr lang="en-IN" sz="3600" dirty="0">
                <a:solidFill>
                  <a:schemeClr val="bg1"/>
                </a:solidFill>
                <a:latin typeface="Cambria" panose="02040503050406030204" pitchFamily="18" charset="0"/>
                <a:ea typeface="Cambria" panose="02040503050406030204" pitchFamily="18" charset="0"/>
              </a:rPr>
              <a:t>Postfix Expression: 231*+9-</a:t>
            </a:r>
          </a:p>
          <a:p>
            <a:pPr>
              <a:lnSpc>
                <a:spcPct val="150000"/>
              </a:lnSpc>
            </a:pPr>
            <a:r>
              <a:rPr lang="en-IN" sz="3600" dirty="0">
                <a:solidFill>
                  <a:schemeClr val="bg1"/>
                </a:solidFill>
                <a:latin typeface="Cambria" panose="02040503050406030204" pitchFamily="18" charset="0"/>
                <a:ea typeface="Cambria" panose="02040503050406030204" pitchFamily="18" charset="0"/>
              </a:rPr>
              <a:t>Result = -4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0"/>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52" name="Google Shape;252;p10"/>
          <p:cNvSpPr txBox="1"/>
          <p:nvPr/>
        </p:nvSpPr>
        <p:spPr>
          <a:xfrm>
            <a:off x="1195675" y="3368535"/>
            <a:ext cx="15225300" cy="5208900"/>
          </a:xfrm>
          <a:prstGeom prst="rect">
            <a:avLst/>
          </a:prstGeom>
          <a:noFill/>
          <a:ln>
            <a:noFill/>
          </a:ln>
        </p:spPr>
        <p:txBody>
          <a:bodyPr spcFirstLastPara="1" wrap="square" lIns="0" tIns="0" rIns="0" bIns="0" anchor="t" anchorCtr="0">
            <a:spAutoFit/>
          </a:bodyPr>
          <a:lstStyle/>
          <a:p>
            <a:pPr marL="914400" marR="0" lvl="1" indent="-457200" algn="l" rtl="0">
              <a:lnSpc>
                <a:spcPct val="120005"/>
              </a:lnSpc>
              <a:spcBef>
                <a:spcPts val="0"/>
              </a:spcBef>
              <a:spcAft>
                <a:spcPts val="0"/>
              </a:spcAft>
              <a:buClr>
                <a:srgbClr val="000000"/>
              </a:buClr>
              <a:buSzPts val="3600"/>
              <a:buFont typeface="Arial"/>
              <a:buChar char="•"/>
            </a:pPr>
            <a:r>
              <a:rPr lang="en-US" sz="3600" b="0" i="0" u="none" strike="noStrike" cap="none" dirty="0">
                <a:solidFill>
                  <a:srgbClr val="001C5D"/>
                </a:solidFill>
                <a:latin typeface="Cambria"/>
                <a:ea typeface="Cambria"/>
                <a:cs typeface="Cambria"/>
                <a:sym typeface="Cambria"/>
              </a:rPr>
              <a:t>Time Complexity:</a:t>
            </a:r>
            <a:r>
              <a:rPr lang="en-US" sz="3600" b="0" i="0" u="none" strike="noStrike" cap="none" dirty="0">
                <a:solidFill>
                  <a:srgbClr val="000000"/>
                </a:solidFill>
                <a:latin typeface="Cambria"/>
                <a:ea typeface="Cambria"/>
                <a:cs typeface="Cambria"/>
                <a:sym typeface="Cambria"/>
              </a:rPr>
              <a:t> O(n)</a:t>
            </a:r>
            <a:endParaRPr sz="3600" b="0" i="0" u="none" strike="noStrike" cap="none" dirty="0">
              <a:solidFill>
                <a:srgbClr val="000000"/>
              </a:solidFill>
              <a:latin typeface="Arial"/>
              <a:ea typeface="Arial"/>
              <a:cs typeface="Arial"/>
              <a:sym typeface="Arial"/>
            </a:endParaRPr>
          </a:p>
          <a:p>
            <a:pPr marL="863599" marR="0" lvl="1" indent="-406463" algn="l" rtl="0">
              <a:lnSpc>
                <a:spcPct val="120005"/>
              </a:lnSpc>
              <a:spcBef>
                <a:spcPts val="0"/>
              </a:spcBef>
              <a:spcAft>
                <a:spcPts val="0"/>
              </a:spcAft>
              <a:buClr>
                <a:srgbClr val="001C5D"/>
              </a:buClr>
              <a:buSzPts val="3600"/>
              <a:buFont typeface="Arial"/>
              <a:buChar char="•"/>
            </a:pPr>
            <a:r>
              <a:rPr lang="en-US" sz="3600" b="0" i="0" u="none" strike="noStrike" cap="none" dirty="0">
                <a:solidFill>
                  <a:srgbClr val="001C5D"/>
                </a:solidFill>
                <a:latin typeface="Cambria"/>
                <a:ea typeface="Cambria"/>
                <a:cs typeface="Cambria"/>
                <a:sym typeface="Cambria"/>
              </a:rPr>
              <a:t>Space Complexity:</a:t>
            </a:r>
            <a:r>
              <a:rPr lang="en-US" sz="3600" b="0" i="0" u="none" strike="noStrike" cap="none" dirty="0">
                <a:solidFill>
                  <a:srgbClr val="000000"/>
                </a:solidFill>
                <a:latin typeface="Cambria"/>
                <a:ea typeface="Cambria"/>
                <a:cs typeface="Cambria"/>
                <a:sym typeface="Cambria"/>
              </a:rPr>
              <a:t> O(n)</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        </a:t>
            </a:r>
            <a:r>
              <a:rPr lang="en-US" sz="3600" b="1" i="0" u="none" strike="noStrike" cap="none" dirty="0">
                <a:solidFill>
                  <a:srgbClr val="000000"/>
                </a:solidFill>
                <a:latin typeface="Cambria"/>
                <a:ea typeface="Cambria"/>
                <a:cs typeface="Cambria"/>
                <a:sym typeface="Cambria"/>
              </a:rPr>
              <a:t>Explanation:</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1" i="0" u="none" strike="noStrike" cap="none" dirty="0">
              <a:solidFill>
                <a:srgbClr val="000000"/>
              </a:solidFill>
              <a:latin typeface="Cambria"/>
              <a:ea typeface="Cambria"/>
              <a:cs typeface="Cambria"/>
              <a:sym typeface="Cambria"/>
            </a:endParaRPr>
          </a:p>
          <a:p>
            <a:pPr marL="863599" marR="0" lvl="1" indent="-406463" algn="l" rtl="0">
              <a:lnSpc>
                <a:spcPct val="120005"/>
              </a:lnSpc>
              <a:spcBef>
                <a:spcPts val="0"/>
              </a:spcBef>
              <a:spcAft>
                <a:spcPts val="0"/>
              </a:spcAft>
              <a:buClr>
                <a:srgbClr val="000000"/>
              </a:buClr>
              <a:buSzPts val="3600"/>
              <a:buFont typeface="Arial"/>
              <a:buChar char="•"/>
            </a:pPr>
            <a:r>
              <a:rPr lang="en-US" sz="3600" b="0" i="0" u="none" strike="noStrike" cap="none" dirty="0">
                <a:solidFill>
                  <a:srgbClr val="000000"/>
                </a:solidFill>
                <a:latin typeface="Cambria"/>
                <a:ea typeface="Cambria"/>
                <a:cs typeface="Cambria"/>
                <a:sym typeface="Cambria"/>
              </a:rPr>
              <a:t> Each element (operand or operator) is processed once.</a:t>
            </a:r>
            <a:endParaRPr sz="3600" b="0" i="0" u="none" strike="noStrike" cap="none" dirty="0">
              <a:solidFill>
                <a:srgbClr val="000000"/>
              </a:solidFill>
              <a:latin typeface="Arial"/>
              <a:ea typeface="Arial"/>
              <a:cs typeface="Arial"/>
              <a:sym typeface="Arial"/>
            </a:endParaRPr>
          </a:p>
          <a:p>
            <a:pPr marL="863597" marR="0" lvl="1" indent="-406461" algn="l" rtl="0">
              <a:lnSpc>
                <a:spcPct val="120005"/>
              </a:lnSpc>
              <a:spcBef>
                <a:spcPts val="0"/>
              </a:spcBef>
              <a:spcAft>
                <a:spcPts val="0"/>
              </a:spcAft>
              <a:buClr>
                <a:srgbClr val="000000"/>
              </a:buClr>
              <a:buSzPts val="3600"/>
              <a:buFont typeface="Arial"/>
              <a:buChar char="•"/>
            </a:pPr>
            <a:r>
              <a:rPr lang="en-US" sz="3600" b="0" i="0" u="none" strike="noStrike" cap="none" dirty="0">
                <a:solidFill>
                  <a:srgbClr val="000000"/>
                </a:solidFill>
                <a:latin typeface="Cambria"/>
                <a:ea typeface="Cambria"/>
                <a:cs typeface="Cambria"/>
                <a:sym typeface="Cambria"/>
              </a:rPr>
              <a:t> Stack operations (push/pop) are </a:t>
            </a:r>
            <a:r>
              <a:rPr lang="en-US" sz="3600" b="0" i="0" u="none" strike="noStrike" cap="none" dirty="0">
                <a:solidFill>
                  <a:srgbClr val="001C5D"/>
                </a:solidFill>
                <a:latin typeface="Cambria"/>
                <a:ea typeface="Cambria"/>
                <a:cs typeface="Cambria"/>
                <a:sym typeface="Cambria"/>
              </a:rPr>
              <a:t>constant time</a:t>
            </a:r>
            <a:r>
              <a:rPr lang="en-US" sz="3600" b="0" i="0" u="none" strike="noStrike" cap="none" dirty="0">
                <a:solidFill>
                  <a:srgbClr val="000000"/>
                </a:solidFill>
                <a:latin typeface="Cambria"/>
                <a:ea typeface="Cambria"/>
                <a:cs typeface="Cambria"/>
                <a:sym typeface="Cambria"/>
              </a:rPr>
              <a:t> → overall linear complexity.</a:t>
            </a:r>
            <a:endParaRPr sz="3600" b="0" i="0" u="none" strike="noStrike" cap="none" dirty="0">
              <a:solidFill>
                <a:srgbClr val="000000"/>
              </a:solidFill>
              <a:latin typeface="Cambria"/>
              <a:ea typeface="Cambria"/>
              <a:cs typeface="Cambria"/>
              <a:sym typeface="Cambria"/>
            </a:endParaRPr>
          </a:p>
        </p:txBody>
      </p:sp>
      <p:sp>
        <p:nvSpPr>
          <p:cNvPr id="253" name="Google Shape;253;p10"/>
          <p:cNvSpPr txBox="1">
            <a:spLocks noGrp="1"/>
          </p:cNvSpPr>
          <p:nvPr>
            <p:ph type="title" idx="4294967295"/>
          </p:nvPr>
        </p:nvSpPr>
        <p:spPr>
          <a:xfrm>
            <a:off x="1003800" y="1058475"/>
            <a:ext cx="12344400" cy="1714500"/>
          </a:xfrm>
          <a:prstGeom prst="rect">
            <a:avLst/>
          </a:prstGeom>
          <a:noFill/>
          <a:ln>
            <a:noFill/>
          </a:ln>
        </p:spPr>
        <p:txBody>
          <a:bodyPr spcFirstLastPara="1" wrap="square" lIns="137150" tIns="68550" rIns="137150" bIns="68550" anchor="ctr" anchorCtr="0">
            <a:normAutofit/>
          </a:bodyPr>
          <a:lstStyle/>
          <a:p>
            <a:pPr marL="0" lvl="0" indent="0" algn="l" rtl="0">
              <a:lnSpc>
                <a:spcPct val="90000"/>
              </a:lnSpc>
              <a:spcBef>
                <a:spcPts val="0"/>
              </a:spcBef>
              <a:spcAft>
                <a:spcPts val="0"/>
              </a:spcAft>
              <a:buClr>
                <a:schemeClr val="dk1"/>
              </a:buClr>
              <a:buSzPts val="6000"/>
              <a:buFont typeface="Cambria"/>
              <a:buNone/>
            </a:pPr>
            <a:r>
              <a:rPr lang="en-US" sz="6000" b="1" dirty="0">
                <a:latin typeface="Cambria"/>
                <a:ea typeface="Cambria"/>
                <a:cs typeface="Cambria"/>
                <a:sym typeface="Cambria"/>
              </a:rPr>
              <a:t>Time &amp; Space Complexity</a:t>
            </a:r>
            <a:endParaRPr sz="6000" b="1" dirty="0">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39dddbd7dcc_0_756"/>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p>
            <a:pPr marL="0" lvl="0" indent="0" algn="l" rtl="0">
              <a:lnSpc>
                <a:spcPct val="90000"/>
              </a:lnSpc>
              <a:spcBef>
                <a:spcPts val="0"/>
              </a:spcBef>
              <a:spcAft>
                <a:spcPts val="0"/>
              </a:spcAft>
              <a:buClr>
                <a:schemeClr val="dk1"/>
              </a:buClr>
              <a:buSzPts val="6000"/>
              <a:buFont typeface="Cambria"/>
              <a:buNone/>
            </a:pPr>
            <a:r>
              <a:rPr lang="en-US" sz="6000" b="1">
                <a:latin typeface="Cambria"/>
                <a:ea typeface="Cambria"/>
                <a:cs typeface="Cambria"/>
                <a:sym typeface="Cambria"/>
              </a:rPr>
              <a:t>Summary</a:t>
            </a:r>
            <a:endParaRPr/>
          </a:p>
        </p:txBody>
      </p:sp>
      <p:sp>
        <p:nvSpPr>
          <p:cNvPr id="259" name="Google Shape;259;g39dddbd7dcc_0_756"/>
          <p:cNvSpPr/>
          <p:nvPr/>
        </p:nvSpPr>
        <p:spPr>
          <a:xfrm>
            <a:off x="14987223" y="6"/>
            <a:ext cx="3217202" cy="149328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60" name="Google Shape;260;g39dddbd7dcc_0_756"/>
          <p:cNvSpPr txBox="1">
            <a:spLocks noGrp="1"/>
          </p:cNvSpPr>
          <p:nvPr>
            <p:ph type="body" idx="1"/>
          </p:nvPr>
        </p:nvSpPr>
        <p:spPr>
          <a:xfrm>
            <a:off x="1101450" y="2390038"/>
            <a:ext cx="15773400" cy="6526800"/>
          </a:xfrm>
          <a:prstGeom prst="rect">
            <a:avLst/>
          </a:prstGeom>
          <a:noFill/>
          <a:ln>
            <a:noFill/>
          </a:ln>
        </p:spPr>
        <p:txBody>
          <a:bodyPr spcFirstLastPara="1" wrap="square" lIns="137150" tIns="68550" rIns="137150" bIns="68550" anchor="t" anchorCtr="0">
            <a:noAutofit/>
          </a:bodyPr>
          <a:lstStyle/>
          <a:p>
            <a:pPr marL="0" lvl="0" indent="0" algn="l" rtl="0">
              <a:lnSpc>
                <a:spcPct val="115000"/>
              </a:lnSpc>
              <a:spcBef>
                <a:spcPts val="1200"/>
              </a:spcBef>
              <a:spcAft>
                <a:spcPts val="0"/>
              </a:spcAft>
              <a:buSzPts val="2700"/>
              <a:buNone/>
            </a:pPr>
            <a:r>
              <a:rPr lang="en-US" sz="3600" dirty="0">
                <a:latin typeface="Cambria"/>
                <a:ea typeface="Cambria"/>
                <a:cs typeface="Cambria"/>
                <a:sym typeface="Cambria"/>
              </a:rPr>
              <a:t>✅ These problems test real-world </a:t>
            </a:r>
            <a:r>
              <a:rPr lang="en-US" sz="3600" b="1" dirty="0">
                <a:latin typeface="Cambria"/>
                <a:ea typeface="Cambria"/>
                <a:cs typeface="Cambria"/>
                <a:sym typeface="Cambria"/>
              </a:rPr>
              <a:t>stack behavior in expression parsing and runtime tracking</a:t>
            </a:r>
            <a:r>
              <a:rPr lang="en-US" sz="3600" dirty="0">
                <a:latin typeface="Cambria"/>
                <a:ea typeface="Cambria"/>
                <a:cs typeface="Cambria"/>
                <a:sym typeface="Cambria"/>
              </a:rPr>
              <a:t>.</a:t>
            </a:r>
            <a:endParaRPr sz="3600" dirty="0">
              <a:latin typeface="Cambria"/>
              <a:ea typeface="Cambria"/>
              <a:cs typeface="Cambria"/>
              <a:sym typeface="Cambria"/>
            </a:endParaRPr>
          </a:p>
          <a:p>
            <a:pPr marL="0" lvl="0" indent="0" algn="l" rtl="0">
              <a:lnSpc>
                <a:spcPct val="115000"/>
              </a:lnSpc>
              <a:spcBef>
                <a:spcPts val="1200"/>
              </a:spcBef>
              <a:spcAft>
                <a:spcPts val="0"/>
              </a:spcAft>
              <a:buClr>
                <a:schemeClr val="dk1"/>
              </a:buClr>
              <a:buSzPts val="1100"/>
              <a:buFont typeface="Arial"/>
              <a:buNone/>
            </a:pPr>
            <a:br>
              <a:rPr lang="en-US" sz="3600" dirty="0">
                <a:latin typeface="Cambria"/>
                <a:ea typeface="Cambria"/>
                <a:cs typeface="Cambria"/>
                <a:sym typeface="Cambria"/>
              </a:rPr>
            </a:br>
            <a:r>
              <a:rPr lang="en-US" sz="3600" dirty="0">
                <a:latin typeface="Cambria"/>
                <a:ea typeface="Cambria"/>
                <a:cs typeface="Cambria"/>
                <a:sym typeface="Cambria"/>
              </a:rPr>
              <a:t> ✅ Focus areas:</a:t>
            </a:r>
            <a:endParaRPr sz="3600" dirty="0">
              <a:latin typeface="Cambria"/>
              <a:ea typeface="Cambria"/>
              <a:cs typeface="Cambria"/>
              <a:sym typeface="Cambria"/>
            </a:endParaRPr>
          </a:p>
          <a:p>
            <a:pPr marL="1028700" lvl="1" indent="-571500">
              <a:lnSpc>
                <a:spcPct val="150000"/>
              </a:lnSpc>
              <a:spcBef>
                <a:spcPts val="1200"/>
              </a:spcBef>
              <a:buSzPts val="3600"/>
            </a:pPr>
            <a:r>
              <a:rPr lang="en-US" dirty="0">
                <a:latin typeface="Cambria"/>
                <a:ea typeface="Cambria"/>
                <a:cs typeface="Cambria"/>
                <a:sym typeface="Cambria"/>
              </a:rPr>
              <a:t>Operand/operator management</a:t>
            </a:r>
            <a:endParaRPr dirty="0">
              <a:latin typeface="Cambria"/>
              <a:ea typeface="Cambria"/>
              <a:cs typeface="Cambria"/>
              <a:sym typeface="Cambria"/>
            </a:endParaRPr>
          </a:p>
          <a:p>
            <a:pPr marL="1028700" lvl="1" indent="-571500">
              <a:lnSpc>
                <a:spcPct val="150000"/>
              </a:lnSpc>
              <a:spcBef>
                <a:spcPts val="0"/>
              </a:spcBef>
              <a:buSzPts val="3600"/>
            </a:pPr>
            <a:r>
              <a:rPr lang="en-US" dirty="0">
                <a:latin typeface="Cambria"/>
                <a:ea typeface="Cambria"/>
                <a:cs typeface="Cambria"/>
                <a:sym typeface="Cambria"/>
              </a:rPr>
              <a:t>Parentheses handling</a:t>
            </a:r>
            <a:endParaRPr dirty="0">
              <a:latin typeface="Cambria"/>
              <a:ea typeface="Cambria"/>
              <a:cs typeface="Cambria"/>
              <a:sym typeface="Cambria"/>
            </a:endParaRPr>
          </a:p>
          <a:p>
            <a:pPr marL="1028700" lvl="1" indent="-571500">
              <a:lnSpc>
                <a:spcPct val="150000"/>
              </a:lnSpc>
              <a:spcBef>
                <a:spcPts val="0"/>
              </a:spcBef>
              <a:buSzPts val="3600"/>
            </a:pPr>
            <a:r>
              <a:rPr lang="en-US" dirty="0">
                <a:latin typeface="Cambria"/>
                <a:ea typeface="Cambria"/>
                <a:cs typeface="Cambria"/>
                <a:sym typeface="Cambria"/>
              </a:rPr>
              <a:t>Operator precedence</a:t>
            </a:r>
            <a:endParaRPr dirty="0">
              <a:latin typeface="Cambria"/>
              <a:ea typeface="Cambria"/>
              <a:cs typeface="Cambria"/>
              <a:sym typeface="Cambria"/>
            </a:endParaRPr>
          </a:p>
          <a:p>
            <a:pPr marL="1028700" lvl="1" indent="-571500">
              <a:lnSpc>
                <a:spcPct val="150000"/>
              </a:lnSpc>
              <a:spcBef>
                <a:spcPts val="0"/>
              </a:spcBef>
              <a:buSzPts val="3600"/>
            </a:pPr>
            <a:r>
              <a:rPr lang="en-US" dirty="0">
                <a:latin typeface="Cambria"/>
                <a:ea typeface="Cambria"/>
                <a:cs typeface="Cambria"/>
                <a:sym typeface="Cambria"/>
              </a:rPr>
              <a:t>Expression parsing logic</a:t>
            </a:r>
            <a:endParaRPr dirty="0">
              <a:latin typeface="Cambria"/>
              <a:ea typeface="Cambria"/>
              <a:cs typeface="Cambria"/>
              <a:sym typeface="Cambria"/>
            </a:endParaRPr>
          </a:p>
          <a:p>
            <a:pPr marL="342900" lvl="0" indent="0" algn="just" rtl="0">
              <a:lnSpc>
                <a:spcPct val="90000"/>
              </a:lnSpc>
              <a:spcBef>
                <a:spcPts val="1500"/>
              </a:spcBef>
              <a:spcAft>
                <a:spcPts val="0"/>
              </a:spcAft>
              <a:buSzPts val="2700"/>
              <a:buNone/>
            </a:pPr>
            <a:endParaRPr sz="3600" dirty="0">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2"/>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70" name="Google Shape;270;p12"/>
          <p:cNvSpPr txBox="1"/>
          <p:nvPr/>
        </p:nvSpPr>
        <p:spPr>
          <a:xfrm>
            <a:off x="1531346" y="3259352"/>
            <a:ext cx="15225300" cy="45441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Clr>
                <a:srgbClr val="000000"/>
              </a:buClr>
              <a:buSzPts val="2400"/>
              <a:buFont typeface="Arial"/>
              <a:buNone/>
            </a:pPr>
            <a:endParaRPr sz="3600" b="1" i="0" u="none" strike="noStrike" cap="none" dirty="0">
              <a:solidFill>
                <a:srgbClr val="000000"/>
              </a:solidFill>
              <a:latin typeface="Cambria"/>
              <a:ea typeface="Cambria"/>
              <a:cs typeface="Cambria"/>
              <a:sym typeface="Cambria"/>
            </a:endParaRPr>
          </a:p>
          <a:p>
            <a:pPr marL="863597" marR="0" lvl="1" indent="-406461" algn="l" rtl="0">
              <a:lnSpc>
                <a:spcPct val="120005"/>
              </a:lnSpc>
              <a:spcBef>
                <a:spcPts val="0"/>
              </a:spcBef>
              <a:spcAft>
                <a:spcPts val="0"/>
              </a:spcAft>
              <a:buClr>
                <a:srgbClr val="001C5D"/>
              </a:buClr>
              <a:buSzPts val="3600"/>
              <a:buFont typeface="Arial"/>
              <a:buChar char="•"/>
            </a:pPr>
            <a:r>
              <a:rPr lang="en-US" sz="3600" b="0" i="0" u="none" strike="noStrike" cap="none" dirty="0">
                <a:solidFill>
                  <a:srgbClr val="001C5D"/>
                </a:solidFill>
                <a:latin typeface="Cambria"/>
                <a:ea typeface="Cambria"/>
                <a:cs typeface="Cambria"/>
                <a:sym typeface="Cambria"/>
              </a:rPr>
              <a:t>Expression Evaluation in Compilers</a:t>
            </a:r>
            <a:r>
              <a:rPr lang="en-US" sz="3600" b="0" i="0" u="none" strike="noStrike" cap="none" dirty="0">
                <a:solidFill>
                  <a:srgbClr val="000000"/>
                </a:solidFill>
                <a:latin typeface="Cambria"/>
                <a:ea typeface="Cambria"/>
                <a:cs typeface="Cambria"/>
                <a:sym typeface="Cambria"/>
              </a:rPr>
              <a:t> — parsing &amp; executing code efficiently.</a:t>
            </a:r>
            <a:endParaRPr sz="3600" b="0" i="0" u="none" strike="noStrike" cap="none" dirty="0">
              <a:solidFill>
                <a:srgbClr val="000000"/>
              </a:solidFill>
              <a:latin typeface="Arial"/>
              <a:ea typeface="Arial"/>
              <a:cs typeface="Arial"/>
              <a:sym typeface="Arial"/>
            </a:endParaRPr>
          </a:p>
          <a:p>
            <a:pPr marL="863599" marR="0" lvl="1" indent="-406463" algn="l" rtl="0">
              <a:lnSpc>
                <a:spcPct val="120005"/>
              </a:lnSpc>
              <a:spcBef>
                <a:spcPts val="0"/>
              </a:spcBef>
              <a:spcAft>
                <a:spcPts val="0"/>
              </a:spcAft>
              <a:buClr>
                <a:srgbClr val="001C5D"/>
              </a:buClr>
              <a:buSzPts val="3600"/>
              <a:buFont typeface="Arial"/>
              <a:buChar char="•"/>
            </a:pPr>
            <a:r>
              <a:rPr lang="en-US" sz="3600" b="0" i="0" u="none" strike="noStrike" cap="none" dirty="0">
                <a:solidFill>
                  <a:srgbClr val="001C5D"/>
                </a:solidFill>
                <a:latin typeface="Cambria"/>
                <a:ea typeface="Cambria"/>
                <a:cs typeface="Cambria"/>
                <a:sym typeface="Cambria"/>
              </a:rPr>
              <a:t>Scientific Calculators</a:t>
            </a:r>
            <a:r>
              <a:rPr lang="en-US" sz="3600" b="0" i="0" u="none" strike="noStrike" cap="none" dirty="0">
                <a:solidFill>
                  <a:srgbClr val="000000"/>
                </a:solidFill>
                <a:latin typeface="Cambria"/>
                <a:ea typeface="Cambria"/>
                <a:cs typeface="Cambria"/>
                <a:sym typeface="Cambria"/>
              </a:rPr>
              <a:t> — internally use postfix evaluation.</a:t>
            </a:r>
            <a:endParaRPr sz="3600" b="0" i="0" u="none" strike="noStrike" cap="none" dirty="0">
              <a:solidFill>
                <a:srgbClr val="000000"/>
              </a:solidFill>
              <a:latin typeface="Arial"/>
              <a:ea typeface="Arial"/>
              <a:cs typeface="Arial"/>
              <a:sym typeface="Arial"/>
            </a:endParaRPr>
          </a:p>
          <a:p>
            <a:pPr marL="863599" marR="0" lvl="1" indent="-406463" algn="l" rtl="0">
              <a:lnSpc>
                <a:spcPct val="120005"/>
              </a:lnSpc>
              <a:spcBef>
                <a:spcPts val="0"/>
              </a:spcBef>
              <a:spcAft>
                <a:spcPts val="0"/>
              </a:spcAft>
              <a:buClr>
                <a:srgbClr val="001C5D"/>
              </a:buClr>
              <a:buSzPts val="3600"/>
              <a:buFont typeface="Arial"/>
              <a:buChar char="•"/>
            </a:pPr>
            <a:r>
              <a:rPr lang="en-US" sz="3600" b="0" i="0" u="none" strike="noStrike" cap="none" dirty="0">
                <a:solidFill>
                  <a:srgbClr val="001C5D"/>
                </a:solidFill>
                <a:latin typeface="Cambria"/>
                <a:ea typeface="Cambria"/>
                <a:cs typeface="Cambria"/>
                <a:sym typeface="Cambria"/>
              </a:rPr>
              <a:t>Expression Converters</a:t>
            </a:r>
            <a:r>
              <a:rPr lang="en-US" sz="3600" b="0" i="0" u="none" strike="noStrike" cap="none" dirty="0">
                <a:solidFill>
                  <a:srgbClr val="000000"/>
                </a:solidFill>
                <a:latin typeface="Cambria"/>
                <a:ea typeface="Cambria"/>
                <a:cs typeface="Cambria"/>
                <a:sym typeface="Cambria"/>
              </a:rPr>
              <a:t> — converting infix → postfix → evaluation.</a:t>
            </a:r>
            <a:endParaRPr sz="3600" b="0" i="0" u="none" strike="noStrike" cap="none" dirty="0">
              <a:solidFill>
                <a:srgbClr val="000000"/>
              </a:solidFill>
              <a:latin typeface="Arial"/>
              <a:ea typeface="Arial"/>
              <a:cs typeface="Arial"/>
              <a:sym typeface="Arial"/>
            </a:endParaRPr>
          </a:p>
          <a:p>
            <a:pPr marL="863599" marR="0" lvl="1" indent="-406463" algn="l" rtl="0">
              <a:lnSpc>
                <a:spcPct val="120005"/>
              </a:lnSpc>
              <a:spcBef>
                <a:spcPts val="0"/>
              </a:spcBef>
              <a:spcAft>
                <a:spcPts val="0"/>
              </a:spcAft>
              <a:buClr>
                <a:srgbClr val="001C5D"/>
              </a:buClr>
              <a:buSzPts val="3600"/>
              <a:buFont typeface="Arial"/>
              <a:buChar char="•"/>
            </a:pPr>
            <a:r>
              <a:rPr lang="en-US" sz="3600" b="0" i="0" u="none" strike="noStrike" cap="none" dirty="0">
                <a:solidFill>
                  <a:srgbClr val="001C5D"/>
                </a:solidFill>
                <a:latin typeface="Cambria"/>
                <a:ea typeface="Cambria"/>
                <a:cs typeface="Cambria"/>
                <a:sym typeface="Cambria"/>
              </a:rPr>
              <a:t>Parsing and Syntax Checking</a:t>
            </a:r>
            <a:r>
              <a:rPr lang="en-US" sz="3600" b="0" i="0" u="none" strike="noStrike" cap="none" dirty="0">
                <a:solidFill>
                  <a:srgbClr val="000000"/>
                </a:solidFill>
                <a:latin typeface="Cambria"/>
                <a:ea typeface="Cambria"/>
                <a:cs typeface="Cambria"/>
                <a:sym typeface="Cambria"/>
              </a:rPr>
              <a:t> — validating expressions in interpreters.</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p:txBody>
      </p:sp>
      <p:sp>
        <p:nvSpPr>
          <p:cNvPr id="271" name="Google Shape;271;p12"/>
          <p:cNvSpPr txBox="1">
            <a:spLocks noGrp="1"/>
          </p:cNvSpPr>
          <p:nvPr>
            <p:ph type="title" idx="4294967295"/>
          </p:nvPr>
        </p:nvSpPr>
        <p:spPr>
          <a:xfrm>
            <a:off x="1257300" y="547688"/>
            <a:ext cx="15773400" cy="1988700"/>
          </a:xfrm>
          <a:prstGeom prst="rect">
            <a:avLst/>
          </a:prstGeom>
          <a:noFill/>
          <a:ln>
            <a:noFill/>
          </a:ln>
        </p:spPr>
        <p:txBody>
          <a:bodyPr spcFirstLastPara="1" wrap="square" lIns="137150" tIns="68550" rIns="137150" bIns="68550" anchor="ctr" anchorCtr="0">
            <a:normAutofit/>
          </a:bodyPr>
          <a:lstStyle/>
          <a:p>
            <a:pPr marL="0" lvl="0" indent="0" algn="l" rtl="0">
              <a:lnSpc>
                <a:spcPct val="120005"/>
              </a:lnSpc>
              <a:spcBef>
                <a:spcPts val="0"/>
              </a:spcBef>
              <a:spcAft>
                <a:spcPts val="0"/>
              </a:spcAft>
              <a:buClr>
                <a:schemeClr val="dk1"/>
              </a:buClr>
              <a:buSzPts val="4000"/>
              <a:buFont typeface="Arial"/>
              <a:buNone/>
            </a:pPr>
            <a:r>
              <a:rPr lang="en-US" sz="6000" b="1">
                <a:latin typeface="Cambria"/>
                <a:ea typeface="Cambria"/>
                <a:cs typeface="Cambria"/>
                <a:sym typeface="Cambria"/>
              </a:rPr>
              <a:t>Real-World Applications:</a:t>
            </a:r>
            <a:endParaRPr sz="6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9dddbd7dcc_0_922"/>
          <p:cNvSpPr txBox="1">
            <a:spLocks noGrp="1"/>
          </p:cNvSpPr>
          <p:nvPr>
            <p:ph type="title"/>
          </p:nvPr>
        </p:nvSpPr>
        <p:spPr>
          <a:xfrm>
            <a:off x="1257300" y="336038"/>
            <a:ext cx="15773400" cy="1988700"/>
          </a:xfrm>
          <a:prstGeom prst="rect">
            <a:avLst/>
          </a:prstGeom>
          <a:noFill/>
          <a:ln>
            <a:noFill/>
          </a:ln>
        </p:spPr>
        <p:txBody>
          <a:bodyPr spcFirstLastPara="1" wrap="square" lIns="137150" tIns="68550" rIns="137150" bIns="68550" anchor="ctr" anchorCtr="0">
            <a:normAutofit/>
          </a:bodyPr>
          <a:lstStyle/>
          <a:p>
            <a:pPr marL="0" lvl="0" indent="0" algn="l" rtl="0">
              <a:lnSpc>
                <a:spcPct val="90000"/>
              </a:lnSpc>
              <a:spcBef>
                <a:spcPts val="0"/>
              </a:spcBef>
              <a:spcAft>
                <a:spcPts val="0"/>
              </a:spcAft>
              <a:buClr>
                <a:schemeClr val="dk1"/>
              </a:buClr>
              <a:buSzPts val="6000"/>
              <a:buFont typeface="Cambria"/>
              <a:buNone/>
            </a:pPr>
            <a:r>
              <a:rPr lang="en-US" sz="6000" b="1">
                <a:latin typeface="Cambria"/>
                <a:ea typeface="Cambria"/>
                <a:cs typeface="Cambria"/>
                <a:sym typeface="Cambria"/>
              </a:rPr>
              <a:t>Practice Questions:</a:t>
            </a:r>
            <a:endParaRPr/>
          </a:p>
        </p:txBody>
      </p:sp>
      <p:sp>
        <p:nvSpPr>
          <p:cNvPr id="277" name="Google Shape;277;g39dddbd7dcc_0_922"/>
          <p:cNvSpPr txBox="1">
            <a:spLocks noGrp="1"/>
          </p:cNvSpPr>
          <p:nvPr>
            <p:ph type="body" idx="1"/>
          </p:nvPr>
        </p:nvSpPr>
        <p:spPr>
          <a:xfrm>
            <a:off x="1257300" y="2324747"/>
            <a:ext cx="15773400" cy="6526800"/>
          </a:xfrm>
          <a:prstGeom prst="rect">
            <a:avLst/>
          </a:prstGeom>
          <a:noFill/>
          <a:ln>
            <a:noFill/>
          </a:ln>
        </p:spPr>
        <p:txBody>
          <a:bodyPr spcFirstLastPara="1" wrap="square" lIns="137150" tIns="68550" rIns="137150" bIns="68550" anchor="t" anchorCtr="0">
            <a:noAutofit/>
          </a:bodyPr>
          <a:lstStyle/>
          <a:p>
            <a:pPr marL="0" lvl="0" indent="0" algn="l" rtl="0">
              <a:lnSpc>
                <a:spcPct val="120005"/>
              </a:lnSpc>
              <a:spcBef>
                <a:spcPts val="0"/>
              </a:spcBef>
              <a:spcAft>
                <a:spcPts val="0"/>
              </a:spcAft>
              <a:buClr>
                <a:schemeClr val="dk1"/>
              </a:buClr>
              <a:buSzPts val="2400"/>
              <a:buFont typeface="Arial"/>
              <a:buNone/>
            </a:pPr>
            <a:r>
              <a:rPr lang="en-US" sz="3600" b="1" dirty="0">
                <a:latin typeface="Cambria"/>
                <a:ea typeface="Cambria"/>
                <a:cs typeface="Cambria"/>
                <a:sym typeface="Cambria"/>
              </a:rPr>
              <a:t>1. </a:t>
            </a:r>
            <a:r>
              <a:rPr lang="en-US" sz="3600" b="1" dirty="0" err="1">
                <a:latin typeface="Cambria"/>
                <a:ea typeface="Cambria"/>
                <a:cs typeface="Cambria"/>
                <a:sym typeface="Cambria"/>
              </a:rPr>
              <a:t>LeetCode</a:t>
            </a:r>
            <a:r>
              <a:rPr lang="en-US" sz="3600" b="1" dirty="0">
                <a:latin typeface="Cambria"/>
                <a:ea typeface="Cambria"/>
                <a:cs typeface="Cambria"/>
                <a:sym typeface="Cambria"/>
              </a:rPr>
              <a:t> 150 — Evaluate Reverse Polish Notation</a:t>
            </a:r>
            <a:endParaRPr sz="3600" dirty="0">
              <a:latin typeface="Arial"/>
              <a:ea typeface="Arial"/>
              <a:cs typeface="Arial"/>
              <a:sym typeface="Arial"/>
            </a:endParaRPr>
          </a:p>
          <a:p>
            <a:pPr marL="0" lvl="0" indent="0" algn="l" rtl="0">
              <a:lnSpc>
                <a:spcPct val="120005"/>
              </a:lnSpc>
              <a:spcBef>
                <a:spcPts val="0"/>
              </a:spcBef>
              <a:spcAft>
                <a:spcPts val="0"/>
              </a:spcAft>
              <a:buClr>
                <a:schemeClr val="dk1"/>
              </a:buClr>
              <a:buSzPts val="2400"/>
              <a:buFont typeface="Arial"/>
              <a:buNone/>
            </a:pPr>
            <a:endParaRPr sz="3600" b="1" dirty="0">
              <a:latin typeface="Cambria"/>
              <a:ea typeface="Cambria"/>
              <a:cs typeface="Cambria"/>
              <a:sym typeface="Cambria"/>
            </a:endParaRPr>
          </a:p>
          <a:p>
            <a:pPr marL="0" lvl="0" indent="0" algn="l" rtl="0">
              <a:lnSpc>
                <a:spcPct val="120005"/>
              </a:lnSpc>
              <a:spcBef>
                <a:spcPts val="0"/>
              </a:spcBef>
              <a:spcAft>
                <a:spcPts val="0"/>
              </a:spcAft>
              <a:buClr>
                <a:schemeClr val="dk1"/>
              </a:buClr>
              <a:buSzPts val="2400"/>
              <a:buNone/>
            </a:pPr>
            <a:r>
              <a:rPr lang="en-US" sz="3600" i="1" u="sng" dirty="0">
                <a:solidFill>
                  <a:srgbClr val="0000FF"/>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 </a:t>
            </a:r>
            <a:r>
              <a:rPr lang="en-US" sz="3600" i="1" u="sng" dirty="0">
                <a:solidFill>
                  <a:srgbClr val="0000FF"/>
                </a:solidFill>
                <a:latin typeface="Cambria"/>
                <a:ea typeface="Cambria"/>
                <a:cs typeface="Cambria"/>
                <a:sym typeface="Cambria"/>
                <a:hlinkClick r:id="rId4">
                  <a:extLst>
                    <a:ext uri="{A12FA001-AC4F-418D-AE19-62706E023703}">
                      <ahyp:hlinkClr xmlns:ahyp="http://schemas.microsoft.com/office/drawing/2018/hyperlinkcolor" val="tx"/>
                    </a:ext>
                  </a:extLst>
                </a:hlinkClick>
              </a:rPr>
              <a:t>https://leetcode.com/problems/evaluate-reverse-polish-notation/</a:t>
            </a:r>
            <a:endParaRPr dirty="0"/>
          </a:p>
          <a:p>
            <a:pPr marL="0" lvl="0" indent="0" algn="l" rtl="0">
              <a:lnSpc>
                <a:spcPct val="120005"/>
              </a:lnSpc>
              <a:spcBef>
                <a:spcPts val="0"/>
              </a:spcBef>
              <a:spcAft>
                <a:spcPts val="0"/>
              </a:spcAft>
              <a:buClr>
                <a:schemeClr val="dk1"/>
              </a:buClr>
              <a:buSzPts val="2400"/>
              <a:buNone/>
            </a:pPr>
            <a:endParaRPr sz="3600" i="1" u="sng" dirty="0">
              <a:solidFill>
                <a:srgbClr val="0000FF"/>
              </a:solidFill>
              <a:latin typeface="Cambria"/>
              <a:ea typeface="Cambria"/>
              <a:cs typeface="Cambria"/>
              <a:sym typeface="Cambria"/>
              <a:hlinkClick r:id="rId3">
                <a:extLst>
                  <a:ext uri="{A12FA001-AC4F-418D-AE19-62706E023703}">
                    <ahyp:hlinkClr xmlns:ahyp="http://schemas.microsoft.com/office/drawing/2018/hyperlinkcolor" val="tx"/>
                  </a:ext>
                </a:extLst>
              </a:hlinkClick>
            </a:endParaRPr>
          </a:p>
          <a:p>
            <a:pPr marL="0" lvl="0" indent="0" algn="l" rtl="0">
              <a:lnSpc>
                <a:spcPct val="120005"/>
              </a:lnSpc>
              <a:spcBef>
                <a:spcPts val="0"/>
              </a:spcBef>
              <a:spcAft>
                <a:spcPts val="0"/>
              </a:spcAft>
              <a:buClr>
                <a:schemeClr val="dk1"/>
              </a:buClr>
              <a:buSzPts val="2400"/>
              <a:buFont typeface="Arial"/>
              <a:buNone/>
            </a:pPr>
            <a:r>
              <a:rPr lang="en-US" sz="3600" b="1" dirty="0">
                <a:solidFill>
                  <a:srgbClr val="002F74"/>
                </a:solidFill>
                <a:latin typeface="Cambria"/>
                <a:ea typeface="Cambria"/>
                <a:cs typeface="Cambria"/>
                <a:sym typeface="Cambria"/>
              </a:rPr>
              <a:t>Description:</a:t>
            </a:r>
            <a:r>
              <a:rPr lang="en-US" sz="3600" dirty="0">
                <a:latin typeface="Cambria"/>
                <a:ea typeface="Cambria"/>
                <a:cs typeface="Cambria"/>
                <a:sym typeface="Cambria"/>
              </a:rPr>
              <a:t> Given an array of strings tokens representing an expression in Reverse Polish Notation, evaluate the expression.</a:t>
            </a:r>
            <a:endParaRPr sz="3600" dirty="0">
              <a:latin typeface="Arial"/>
              <a:ea typeface="Arial"/>
              <a:cs typeface="Arial"/>
              <a:sym typeface="Arial"/>
            </a:endParaRPr>
          </a:p>
          <a:p>
            <a:pPr marL="0" lvl="0" indent="0" algn="l" rtl="0">
              <a:lnSpc>
                <a:spcPct val="120005"/>
              </a:lnSpc>
              <a:spcBef>
                <a:spcPts val="0"/>
              </a:spcBef>
              <a:spcAft>
                <a:spcPts val="0"/>
              </a:spcAft>
              <a:buClr>
                <a:schemeClr val="dk1"/>
              </a:buClr>
              <a:buSzPts val="2400"/>
              <a:buFont typeface="Arial"/>
              <a:buNone/>
            </a:pPr>
            <a:r>
              <a:rPr lang="en-US" sz="3600" dirty="0">
                <a:latin typeface="Cambria"/>
                <a:ea typeface="Cambria"/>
                <a:cs typeface="Cambria"/>
                <a:sym typeface="Cambria"/>
              </a:rPr>
              <a:t> Valid operators: +, -, *, /.</a:t>
            </a:r>
            <a:endParaRPr sz="3600" dirty="0">
              <a:latin typeface="Arial"/>
              <a:ea typeface="Arial"/>
              <a:cs typeface="Arial"/>
              <a:sym typeface="Arial"/>
            </a:endParaRPr>
          </a:p>
          <a:p>
            <a:pPr marL="0" lvl="0" indent="0" algn="l" rtl="0">
              <a:lnSpc>
                <a:spcPct val="120005"/>
              </a:lnSpc>
              <a:spcBef>
                <a:spcPts val="0"/>
              </a:spcBef>
              <a:spcAft>
                <a:spcPts val="0"/>
              </a:spcAft>
              <a:buClr>
                <a:schemeClr val="dk1"/>
              </a:buClr>
              <a:buSzPts val="2400"/>
              <a:buFont typeface="Arial"/>
              <a:buNone/>
            </a:pPr>
            <a:endParaRPr sz="3600" dirty="0">
              <a:latin typeface="Cambria"/>
              <a:ea typeface="Cambria"/>
              <a:cs typeface="Cambria"/>
              <a:sym typeface="Cambria"/>
            </a:endParaRPr>
          </a:p>
          <a:p>
            <a:pPr marL="0" lvl="0" indent="0" algn="l" rtl="0">
              <a:lnSpc>
                <a:spcPct val="120005"/>
              </a:lnSpc>
              <a:spcBef>
                <a:spcPts val="0"/>
              </a:spcBef>
              <a:spcAft>
                <a:spcPts val="0"/>
              </a:spcAft>
              <a:buClr>
                <a:schemeClr val="dk1"/>
              </a:buClr>
              <a:buSzPts val="2400"/>
              <a:buFont typeface="Arial"/>
              <a:buNone/>
            </a:pPr>
            <a:r>
              <a:rPr lang="en-US" sz="3600" dirty="0">
                <a:solidFill>
                  <a:srgbClr val="001C5D"/>
                </a:solidFill>
                <a:latin typeface="Cambria"/>
                <a:ea typeface="Cambria"/>
                <a:cs typeface="Cambria"/>
                <a:sym typeface="Cambria"/>
              </a:rPr>
              <a:t>Example Input:     </a:t>
            </a:r>
            <a:r>
              <a:rPr lang="en-US" sz="3600" dirty="0">
                <a:latin typeface="Cambria"/>
                <a:ea typeface="Cambria"/>
                <a:cs typeface="Cambria"/>
                <a:sym typeface="Cambria"/>
              </a:rPr>
              <a:t>["2","1","+","3","*"]</a:t>
            </a:r>
            <a:endParaRPr sz="3600" dirty="0">
              <a:latin typeface="Arial"/>
              <a:ea typeface="Arial"/>
              <a:cs typeface="Arial"/>
              <a:sym typeface="Arial"/>
            </a:endParaRPr>
          </a:p>
          <a:p>
            <a:pPr marL="0" lvl="0" indent="0" algn="l" rtl="0">
              <a:lnSpc>
                <a:spcPct val="120005"/>
              </a:lnSpc>
              <a:spcBef>
                <a:spcPts val="0"/>
              </a:spcBef>
              <a:spcAft>
                <a:spcPts val="0"/>
              </a:spcAft>
              <a:buClr>
                <a:schemeClr val="dk1"/>
              </a:buClr>
              <a:buSzPts val="2400"/>
              <a:buFont typeface="Arial"/>
              <a:buNone/>
            </a:pPr>
            <a:r>
              <a:rPr lang="en-US" sz="3600" dirty="0">
                <a:solidFill>
                  <a:srgbClr val="001C5D"/>
                </a:solidFill>
                <a:latin typeface="Cambria"/>
                <a:ea typeface="Cambria"/>
                <a:cs typeface="Cambria"/>
                <a:sym typeface="Cambria"/>
              </a:rPr>
              <a:t>Output:</a:t>
            </a:r>
            <a:r>
              <a:rPr lang="en-US" sz="3600" dirty="0">
                <a:latin typeface="Cambria"/>
                <a:ea typeface="Cambria"/>
                <a:cs typeface="Cambria"/>
                <a:sym typeface="Cambria"/>
              </a:rPr>
              <a:t> 9</a:t>
            </a:r>
            <a:endParaRPr sz="3600" dirty="0">
              <a:latin typeface="Cambria"/>
              <a:ea typeface="Cambria"/>
              <a:cs typeface="Cambria"/>
              <a:sym typeface="Cambria"/>
            </a:endParaRPr>
          </a:p>
          <a:p>
            <a:pPr marL="0" lvl="0" indent="0" algn="l" rtl="0">
              <a:lnSpc>
                <a:spcPct val="120005"/>
              </a:lnSpc>
              <a:spcBef>
                <a:spcPts val="0"/>
              </a:spcBef>
              <a:spcAft>
                <a:spcPts val="0"/>
              </a:spcAft>
              <a:buClr>
                <a:schemeClr val="dk1"/>
              </a:buClr>
              <a:buSzPts val="2400"/>
              <a:buFont typeface="Arial"/>
              <a:buNone/>
            </a:pPr>
            <a:r>
              <a:rPr lang="en-US" sz="3600" dirty="0">
                <a:latin typeface="Cambria"/>
                <a:ea typeface="Cambria"/>
                <a:cs typeface="Cambria"/>
                <a:sym typeface="Cambria"/>
              </a:rPr>
              <a:t>(Explanation: (2 + 1) * 3 = 9)</a:t>
            </a:r>
            <a:endParaRPr sz="3600" b="1" dirty="0">
              <a:latin typeface="Cambria"/>
              <a:ea typeface="Cambria"/>
              <a:cs typeface="Cambria"/>
              <a:sym typeface="Cambria"/>
            </a:endParaRPr>
          </a:p>
          <a:p>
            <a:pPr marL="0" lvl="0" indent="0" algn="just" rtl="0">
              <a:lnSpc>
                <a:spcPct val="90000"/>
              </a:lnSpc>
              <a:spcBef>
                <a:spcPts val="1500"/>
              </a:spcBef>
              <a:spcAft>
                <a:spcPts val="0"/>
              </a:spcAft>
              <a:buClr>
                <a:schemeClr val="dk1"/>
              </a:buClr>
              <a:buSzPts val="4200"/>
              <a:buNone/>
            </a:pPr>
            <a:endParaRPr sz="3600" dirty="0">
              <a:latin typeface="Cambria"/>
              <a:ea typeface="Cambria"/>
              <a:cs typeface="Cambria"/>
              <a:sym typeface="Cambria"/>
            </a:endParaRPr>
          </a:p>
        </p:txBody>
      </p:sp>
      <p:sp>
        <p:nvSpPr>
          <p:cNvPr id="278" name="Google Shape;278;g39dddbd7dcc_0_922"/>
          <p:cNvSpPr/>
          <p:nvPr/>
        </p:nvSpPr>
        <p:spPr>
          <a:xfrm>
            <a:off x="14987223" y="6"/>
            <a:ext cx="3217202" cy="149328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5">
              <a:alphaModFix/>
            </a:blip>
            <a:stretch>
              <a:fillRect/>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4"/>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88" name="Google Shape;288;p14"/>
          <p:cNvSpPr txBox="1"/>
          <p:nvPr/>
        </p:nvSpPr>
        <p:spPr>
          <a:xfrm>
            <a:off x="1440000" y="1465604"/>
            <a:ext cx="15408000" cy="74625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Clr>
                <a:srgbClr val="000000"/>
              </a:buClr>
              <a:buSzPts val="2400"/>
              <a:buFont typeface="Arial"/>
              <a:buNone/>
            </a:pPr>
            <a:r>
              <a:rPr lang="en-US" sz="3600" b="1" i="0" u="none" strike="noStrike" cap="none" dirty="0">
                <a:solidFill>
                  <a:srgbClr val="000000"/>
                </a:solidFill>
                <a:latin typeface="Cambria"/>
                <a:ea typeface="Cambria"/>
                <a:cs typeface="Cambria"/>
                <a:sym typeface="Cambria"/>
              </a:rPr>
              <a:t>2. </a:t>
            </a:r>
            <a:r>
              <a:rPr lang="en-US" sz="3600" b="1" i="0" u="none" strike="noStrike" cap="none" dirty="0" err="1">
                <a:solidFill>
                  <a:srgbClr val="000000"/>
                </a:solidFill>
                <a:latin typeface="Cambria"/>
                <a:ea typeface="Cambria"/>
                <a:cs typeface="Cambria"/>
                <a:sym typeface="Cambria"/>
              </a:rPr>
              <a:t>LeetCode</a:t>
            </a:r>
            <a:r>
              <a:rPr lang="en-US" sz="3600" b="1" i="0" u="none" strike="noStrike" cap="none" dirty="0">
                <a:solidFill>
                  <a:srgbClr val="000000"/>
                </a:solidFill>
                <a:latin typeface="Cambria"/>
                <a:ea typeface="Cambria"/>
                <a:cs typeface="Cambria"/>
                <a:sym typeface="Cambria"/>
              </a:rPr>
              <a:t> 224 — Basic Calculator</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1"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1" u="sng" strike="noStrike" cap="none" dirty="0">
                <a:solidFill>
                  <a:schemeClr val="hlink"/>
                </a:solidFill>
                <a:latin typeface="Cambria"/>
                <a:ea typeface="Cambria"/>
                <a:cs typeface="Cambria"/>
                <a:sym typeface="Cambria"/>
                <a:hlinkClick r:id="rId4"/>
              </a:rPr>
              <a:t>🔗 https://leetcode.com/problems/basic-calculator/</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1" u="sng" strike="noStrike" cap="none" dirty="0">
              <a:solidFill>
                <a:schemeClr val="hlink"/>
              </a:solidFill>
              <a:latin typeface="Cambria"/>
              <a:ea typeface="Cambria"/>
              <a:cs typeface="Cambria"/>
              <a:sym typeface="Cambria"/>
              <a:hlinkClick r:id="rId4"/>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2F74"/>
                </a:solidFill>
                <a:latin typeface="Cambria"/>
                <a:ea typeface="Cambria"/>
                <a:cs typeface="Cambria"/>
                <a:sym typeface="Cambria"/>
              </a:rPr>
              <a:t>Description:</a:t>
            </a:r>
            <a:r>
              <a:rPr lang="en-US" sz="3600" b="0" i="0" u="none" strike="noStrike" cap="none" dirty="0">
                <a:solidFill>
                  <a:srgbClr val="000000"/>
                </a:solidFill>
                <a:latin typeface="Cambria"/>
                <a:ea typeface="Cambria"/>
                <a:cs typeface="Cambria"/>
                <a:sym typeface="Cambria"/>
              </a:rPr>
              <a:t> Implement a basic calculator to evaluate a simple expression string containing +, -, (, ), and spaces.</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0000"/>
                </a:solidFill>
                <a:latin typeface="Cambria"/>
                <a:ea typeface="Cambria"/>
                <a:cs typeface="Cambria"/>
                <a:sym typeface="Cambria"/>
              </a:rPr>
              <a:t> Use stack to handle parentheses and operator precedence.</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Example Input:       </a:t>
            </a:r>
            <a:r>
              <a:rPr lang="en-US" sz="3600" b="0" i="0" u="none" strike="noStrike" cap="none" dirty="0">
                <a:solidFill>
                  <a:srgbClr val="000000"/>
                </a:solidFill>
                <a:latin typeface="Cambria"/>
                <a:ea typeface="Cambria"/>
                <a:cs typeface="Cambria"/>
                <a:sym typeface="Cambria"/>
              </a:rPr>
              <a:t>"(1+(4+5+2)-3)+(6+8)"</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Output:</a:t>
            </a:r>
            <a:r>
              <a:rPr lang="en-US" sz="3600" b="0" i="0" u="none" strike="noStrike" cap="none" dirty="0">
                <a:solidFill>
                  <a:srgbClr val="000000"/>
                </a:solidFill>
                <a:latin typeface="Cambria"/>
                <a:ea typeface="Cambria"/>
                <a:cs typeface="Cambria"/>
                <a:sym typeface="Cambria"/>
              </a:rPr>
              <a:t> 23</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5"/>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298" name="Google Shape;298;p15"/>
          <p:cNvSpPr txBox="1"/>
          <p:nvPr/>
        </p:nvSpPr>
        <p:spPr>
          <a:xfrm>
            <a:off x="1440000" y="1863904"/>
            <a:ext cx="15408000" cy="7462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0"/>
              <a:buFont typeface="Arial"/>
              <a:buNone/>
            </a:pPr>
            <a:r>
              <a:rPr lang="en-US" sz="3600" b="1" i="0" u="none" strike="noStrike" cap="none" dirty="0">
                <a:solidFill>
                  <a:srgbClr val="000000"/>
                </a:solidFill>
                <a:latin typeface="Cambria"/>
                <a:ea typeface="Cambria"/>
                <a:cs typeface="Cambria"/>
                <a:sym typeface="Cambria"/>
              </a:rPr>
              <a:t>3. </a:t>
            </a:r>
            <a:r>
              <a:rPr lang="en-US" sz="3600" b="1" i="0" u="none" strike="noStrike" cap="none" dirty="0" err="1">
                <a:solidFill>
                  <a:srgbClr val="000000"/>
                </a:solidFill>
                <a:latin typeface="Cambria"/>
                <a:ea typeface="Cambria"/>
                <a:cs typeface="Cambria"/>
                <a:sym typeface="Cambria"/>
              </a:rPr>
              <a:t>LeetCode</a:t>
            </a:r>
            <a:r>
              <a:rPr lang="en-US" sz="3600" b="1" i="0" u="none" strike="noStrike" cap="none" dirty="0">
                <a:solidFill>
                  <a:srgbClr val="000000"/>
                </a:solidFill>
                <a:latin typeface="Cambria"/>
                <a:ea typeface="Cambria"/>
                <a:cs typeface="Cambria"/>
                <a:sym typeface="Cambria"/>
              </a:rPr>
              <a:t> 227 — Basic Calculator II</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1"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1" u="sng" strike="noStrike" cap="none" dirty="0">
                <a:solidFill>
                  <a:schemeClr val="hlink"/>
                </a:solidFill>
                <a:latin typeface="Cambria"/>
                <a:ea typeface="Cambria"/>
                <a:cs typeface="Cambria"/>
                <a:sym typeface="Cambria"/>
                <a:hlinkClick r:id="rId4"/>
              </a:rPr>
              <a:t>🔗 https://leetcode.com/problems/basic-calculator-ii/</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1" u="sng" strike="noStrike" cap="none" dirty="0">
              <a:solidFill>
                <a:schemeClr val="hlink"/>
              </a:solidFill>
              <a:latin typeface="Cambria"/>
              <a:ea typeface="Cambria"/>
              <a:cs typeface="Cambria"/>
              <a:sym typeface="Cambria"/>
              <a:hlinkClick r:id="rId4"/>
            </a:endParaRPr>
          </a:p>
          <a:p>
            <a:pPr marL="0" marR="0" lvl="0" indent="0" algn="l" rtl="0">
              <a:lnSpc>
                <a:spcPct val="120005"/>
              </a:lnSpc>
              <a:spcBef>
                <a:spcPts val="0"/>
              </a:spcBef>
              <a:spcAft>
                <a:spcPts val="0"/>
              </a:spcAft>
              <a:buClr>
                <a:srgbClr val="000000"/>
              </a:buClr>
              <a:buSzPts val="2400"/>
              <a:buFont typeface="Arial"/>
              <a:buNone/>
            </a:pPr>
            <a:r>
              <a:rPr lang="en-US" sz="3600" b="1" i="0" u="none" strike="noStrike" cap="none" dirty="0">
                <a:solidFill>
                  <a:srgbClr val="002F74"/>
                </a:solidFill>
                <a:latin typeface="Cambria"/>
                <a:ea typeface="Cambria"/>
                <a:cs typeface="Cambria"/>
                <a:sym typeface="Cambria"/>
              </a:rPr>
              <a:t>Description:</a:t>
            </a:r>
            <a:r>
              <a:rPr lang="en-US" sz="3600" b="0" i="0" u="none" strike="noStrike" cap="none" dirty="0">
                <a:solidFill>
                  <a:srgbClr val="000000"/>
                </a:solidFill>
                <a:latin typeface="Cambria"/>
                <a:ea typeface="Cambria"/>
                <a:cs typeface="Cambria"/>
                <a:sym typeface="Cambria"/>
              </a:rPr>
              <a:t> Evaluate a string expression containing non-negative integers and operators +, -, *, /.</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0000"/>
                </a:solidFill>
                <a:latin typeface="Cambria"/>
                <a:ea typeface="Cambria"/>
                <a:cs typeface="Cambria"/>
                <a:sym typeface="Cambria"/>
              </a:rPr>
              <a:t> No parentheses — but handle operator precedence correctly.</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Example Input:      "3+2*2"</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Output:</a:t>
            </a:r>
            <a:r>
              <a:rPr lang="en-US" sz="3600" b="0" i="0" u="none" strike="noStrike" cap="none" dirty="0">
                <a:solidFill>
                  <a:srgbClr val="000000"/>
                </a:solidFill>
                <a:latin typeface="Cambria"/>
                <a:ea typeface="Cambria"/>
                <a:cs typeface="Cambria"/>
                <a:sym typeface="Cambria"/>
              </a:rPr>
              <a:t> 7</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6"/>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308" name="Google Shape;308;p16"/>
          <p:cNvSpPr txBox="1"/>
          <p:nvPr/>
        </p:nvSpPr>
        <p:spPr>
          <a:xfrm>
            <a:off x="1440000" y="1153979"/>
            <a:ext cx="15408000" cy="79059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Clr>
                <a:srgbClr val="000000"/>
              </a:buClr>
              <a:buSzPts val="2400"/>
              <a:buFont typeface="Arial"/>
              <a:buNone/>
            </a:pPr>
            <a:r>
              <a:rPr lang="en-US" sz="6000" b="0" i="0" u="none" strike="noStrike" cap="none" dirty="0">
                <a:solidFill>
                  <a:srgbClr val="000000"/>
                </a:solidFill>
                <a:latin typeface="Arial"/>
                <a:ea typeface="Arial"/>
                <a:cs typeface="Arial"/>
                <a:sym typeface="Arial"/>
              </a:rPr>
              <a:t> </a:t>
            </a:r>
            <a:r>
              <a:rPr lang="en-US" sz="3600" b="1" i="0" u="none" strike="noStrike" cap="none" dirty="0">
                <a:solidFill>
                  <a:srgbClr val="000000"/>
                </a:solidFill>
                <a:latin typeface="Cambria"/>
                <a:ea typeface="Cambria"/>
                <a:cs typeface="Cambria"/>
                <a:sym typeface="Cambria"/>
              </a:rPr>
              <a:t>4.</a:t>
            </a:r>
            <a:r>
              <a:rPr lang="en-US" sz="6000" b="0" i="0" u="none" strike="noStrike" cap="none" dirty="0">
                <a:solidFill>
                  <a:srgbClr val="000000"/>
                </a:solidFill>
                <a:latin typeface="Arial"/>
                <a:ea typeface="Arial"/>
                <a:cs typeface="Arial"/>
                <a:sym typeface="Arial"/>
              </a:rPr>
              <a:t> </a:t>
            </a:r>
            <a:r>
              <a:rPr lang="en-US" sz="3600" b="1" i="0" u="none" strike="noStrike" cap="none" dirty="0" err="1">
                <a:solidFill>
                  <a:srgbClr val="000000"/>
                </a:solidFill>
                <a:latin typeface="Cambria"/>
                <a:ea typeface="Cambria"/>
                <a:cs typeface="Cambria"/>
                <a:sym typeface="Cambria"/>
              </a:rPr>
              <a:t>LeetCode</a:t>
            </a:r>
            <a:r>
              <a:rPr lang="en-US" sz="3600" b="1" i="0" u="none" strike="noStrike" cap="none" dirty="0">
                <a:solidFill>
                  <a:srgbClr val="000000"/>
                </a:solidFill>
                <a:latin typeface="Cambria"/>
                <a:ea typeface="Cambria"/>
                <a:cs typeface="Cambria"/>
                <a:sym typeface="Cambria"/>
              </a:rPr>
              <a:t> 227 — Basic Calculator III</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1"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1" u="sng" strike="noStrike" cap="none" dirty="0">
                <a:solidFill>
                  <a:schemeClr val="hlink"/>
                </a:solidFill>
                <a:latin typeface="Cambria"/>
                <a:ea typeface="Cambria"/>
                <a:cs typeface="Cambria"/>
                <a:sym typeface="Cambria"/>
                <a:hlinkClick r:id="rId4"/>
              </a:rPr>
              <a:t>🔗 https://leetcode.com/problems/basic-calculator-iii/</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1" u="sng" strike="noStrike" cap="none" dirty="0">
              <a:solidFill>
                <a:schemeClr val="hlink"/>
              </a:solidFill>
              <a:latin typeface="Cambria"/>
              <a:ea typeface="Cambria"/>
              <a:cs typeface="Cambria"/>
              <a:sym typeface="Cambria"/>
              <a:hlinkClick r:id="rId4"/>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2F74"/>
                </a:solidFill>
                <a:latin typeface="Cambria"/>
                <a:ea typeface="Cambria"/>
                <a:cs typeface="Cambria"/>
                <a:sym typeface="Cambria"/>
              </a:rPr>
              <a:t>Description:</a:t>
            </a:r>
            <a:r>
              <a:rPr lang="en-US" sz="3600" b="0" i="0" u="none" strike="noStrike" cap="none" dirty="0">
                <a:solidFill>
                  <a:srgbClr val="000000"/>
                </a:solidFill>
                <a:latin typeface="Cambria"/>
                <a:ea typeface="Cambria"/>
                <a:cs typeface="Cambria"/>
                <a:sym typeface="Cambria"/>
              </a:rPr>
              <a:t> Like Calculator II, but supports parentheses (, ) and must respect nested evaluation.</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0000"/>
                </a:solidFill>
                <a:latin typeface="Cambria"/>
                <a:ea typeface="Cambria"/>
                <a:cs typeface="Cambria"/>
                <a:sym typeface="Cambria"/>
              </a:rPr>
              <a:t> Use stack for both operands and operators.</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Example Input:       </a:t>
            </a:r>
            <a:r>
              <a:rPr lang="en-US" sz="3600" b="0" i="0" u="none" strike="noStrike" cap="none" dirty="0">
                <a:solidFill>
                  <a:srgbClr val="000000"/>
                </a:solidFill>
                <a:latin typeface="Cambria"/>
                <a:ea typeface="Cambria"/>
                <a:cs typeface="Cambria"/>
                <a:sym typeface="Cambria"/>
              </a:rPr>
              <a:t>"2*(5+5*2)/3+(6/2+8)"</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Output:</a:t>
            </a:r>
            <a:r>
              <a:rPr lang="en-US" sz="3600" b="0" i="0" u="none" strike="noStrike" cap="none" dirty="0">
                <a:solidFill>
                  <a:srgbClr val="000000"/>
                </a:solidFill>
                <a:latin typeface="Cambria"/>
                <a:ea typeface="Cambria"/>
                <a:cs typeface="Cambria"/>
                <a:sym typeface="Cambria"/>
              </a:rPr>
              <a:t>  21</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7"/>
          <p:cNvSpPr/>
          <p:nvPr/>
        </p:nvSpPr>
        <p:spPr>
          <a:xfrm>
            <a:off x="15157678" y="43434"/>
            <a:ext cx="3064002" cy="1422177"/>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sp>
      <p:sp>
        <p:nvSpPr>
          <p:cNvPr id="318" name="Google Shape;318;p17"/>
          <p:cNvSpPr txBox="1"/>
          <p:nvPr/>
        </p:nvSpPr>
        <p:spPr>
          <a:xfrm>
            <a:off x="1439988" y="328654"/>
            <a:ext cx="15408000" cy="9629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0"/>
              <a:buFont typeface="Arial"/>
              <a:buNone/>
            </a:pPr>
            <a:endParaRPr sz="6000" b="0" i="0" u="none" strike="noStrike" cap="none" dirty="0">
              <a:solidFill>
                <a:srgbClr val="000000"/>
              </a:solidFill>
              <a:latin typeface="Arial"/>
              <a:ea typeface="Arial"/>
              <a:cs typeface="Arial"/>
              <a:sym typeface="Arial"/>
            </a:endParaRPr>
          </a:p>
          <a:p>
            <a:pPr marL="0" marR="0" lvl="0" indent="0" algn="l" rtl="0">
              <a:lnSpc>
                <a:spcPct val="106644"/>
              </a:lnSpc>
              <a:spcBef>
                <a:spcPts val="0"/>
              </a:spcBef>
              <a:spcAft>
                <a:spcPts val="0"/>
              </a:spcAft>
              <a:buClr>
                <a:srgbClr val="000000"/>
              </a:buClr>
              <a:buSzPts val="2400"/>
              <a:buFont typeface="Arial"/>
              <a:buNone/>
            </a:pPr>
            <a:endParaRPr sz="2400" b="1"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1" i="0" u="none" strike="noStrike" cap="none" dirty="0">
                <a:solidFill>
                  <a:srgbClr val="000000"/>
                </a:solidFill>
                <a:latin typeface="Cambria"/>
                <a:ea typeface="Cambria"/>
                <a:cs typeface="Cambria"/>
                <a:sym typeface="Cambria"/>
              </a:rPr>
              <a:t>5. </a:t>
            </a:r>
            <a:r>
              <a:rPr lang="en-US" sz="3600" b="1" i="0" u="none" strike="noStrike" cap="none" dirty="0" err="1">
                <a:solidFill>
                  <a:srgbClr val="000000"/>
                </a:solidFill>
                <a:latin typeface="Cambria"/>
                <a:ea typeface="Cambria"/>
                <a:cs typeface="Cambria"/>
                <a:sym typeface="Cambria"/>
              </a:rPr>
              <a:t>LeetCode</a:t>
            </a:r>
            <a:r>
              <a:rPr lang="en-US" sz="3600" b="1" i="0" u="none" strike="noStrike" cap="none" dirty="0">
                <a:solidFill>
                  <a:srgbClr val="000000"/>
                </a:solidFill>
                <a:latin typeface="Cambria"/>
                <a:ea typeface="Cambria"/>
                <a:cs typeface="Cambria"/>
                <a:sym typeface="Cambria"/>
              </a:rPr>
              <a:t> 636 — Exclusive Time of Functions</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1"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1" u="sng" strike="noStrike" cap="none" dirty="0">
                <a:solidFill>
                  <a:schemeClr val="hlink"/>
                </a:solidFill>
                <a:latin typeface="Cambria"/>
                <a:ea typeface="Cambria"/>
                <a:cs typeface="Cambria"/>
                <a:sym typeface="Cambria"/>
                <a:hlinkClick r:id="rId4"/>
              </a:rPr>
              <a:t>🔗 https://leetcode.com/problems/exclusive-time-of-functions/</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1" u="sng" strike="noStrike" cap="none" dirty="0">
              <a:solidFill>
                <a:schemeClr val="hlink"/>
              </a:solidFill>
              <a:latin typeface="Cambria"/>
              <a:ea typeface="Cambria"/>
              <a:cs typeface="Cambria"/>
              <a:sym typeface="Cambria"/>
              <a:hlinkClick r:id="rId4"/>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2F74"/>
                </a:solidFill>
                <a:latin typeface="Cambria"/>
                <a:ea typeface="Cambria"/>
                <a:cs typeface="Cambria"/>
                <a:sym typeface="Cambria"/>
              </a:rPr>
              <a:t>Description:</a:t>
            </a:r>
            <a:r>
              <a:rPr lang="en-US" sz="3600" b="0" i="0" u="none" strike="noStrike" cap="none" dirty="0">
                <a:solidFill>
                  <a:srgbClr val="000000"/>
                </a:solidFill>
                <a:latin typeface="Cambria"/>
                <a:ea typeface="Cambria"/>
                <a:cs typeface="Cambria"/>
                <a:sym typeface="Cambria"/>
              </a:rPr>
              <a:t> You are given logs of function start and end times.</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0000"/>
                </a:solidFill>
                <a:latin typeface="Cambria"/>
                <a:ea typeface="Cambria"/>
                <a:cs typeface="Cambria"/>
                <a:sym typeface="Cambria"/>
              </a:rPr>
              <a:t> Use a stack to compute each function’s exclusive execution time.</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Example Input:      </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3600" b="0" i="0" u="none" strike="noStrike" cap="none" dirty="0">
              <a:solidFill>
                <a:srgbClr val="001C5D"/>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r>
              <a:rPr lang="en-US" sz="3600" b="0" i="0" u="none" strike="noStrike" cap="none" dirty="0">
                <a:solidFill>
                  <a:srgbClr val="001C5D"/>
                </a:solidFill>
                <a:latin typeface="Cambria"/>
                <a:ea typeface="Cambria"/>
                <a:cs typeface="Cambria"/>
                <a:sym typeface="Cambria"/>
              </a:rPr>
              <a:t>Output:</a:t>
            </a:r>
            <a:r>
              <a:rPr lang="en-US" sz="3600" b="0" i="0" u="none" strike="noStrike" cap="none" dirty="0">
                <a:solidFill>
                  <a:srgbClr val="000000"/>
                </a:solidFill>
                <a:latin typeface="Cambria"/>
                <a:ea typeface="Cambria"/>
                <a:cs typeface="Cambria"/>
                <a:sym typeface="Cambria"/>
              </a:rPr>
              <a:t> [3,4]</a:t>
            </a:r>
            <a:endParaRPr sz="3600" b="0" i="0" u="none" strike="noStrike" cap="none" dirty="0">
              <a:solidFill>
                <a:srgbClr val="000000"/>
              </a:solidFill>
              <a:latin typeface="Arial"/>
              <a:ea typeface="Arial"/>
              <a:cs typeface="Arial"/>
              <a:sym typeface="Arial"/>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a:p>
            <a:pPr marL="0" marR="0" lvl="0" indent="0" algn="l" rtl="0">
              <a:lnSpc>
                <a:spcPct val="120005"/>
              </a:lnSpc>
              <a:spcBef>
                <a:spcPts val="0"/>
              </a:spcBef>
              <a:spcAft>
                <a:spcPts val="0"/>
              </a:spcAft>
              <a:buClr>
                <a:srgbClr val="000000"/>
              </a:buClr>
              <a:buSzPts val="2400"/>
              <a:buFont typeface="Arial"/>
              <a:buNone/>
            </a:pPr>
            <a:endParaRPr sz="2400" b="0" i="0" u="none" strike="noStrike" cap="none" dirty="0">
              <a:solidFill>
                <a:srgbClr val="000000"/>
              </a:solidFill>
              <a:latin typeface="Cambria"/>
              <a:ea typeface="Cambria"/>
              <a:cs typeface="Cambria"/>
              <a:sym typeface="Cambria"/>
            </a:endParaRPr>
          </a:p>
        </p:txBody>
      </p:sp>
      <p:sp>
        <p:nvSpPr>
          <p:cNvPr id="319" name="Google Shape;319;p17"/>
          <p:cNvSpPr/>
          <p:nvPr/>
        </p:nvSpPr>
        <p:spPr>
          <a:xfrm>
            <a:off x="5106788" y="6742049"/>
            <a:ext cx="9598386" cy="1251516"/>
          </a:xfrm>
          <a:custGeom>
            <a:avLst/>
            <a:gdLst/>
            <a:ahLst/>
            <a:cxnLst/>
            <a:rect l="l" t="t" r="r" b="b"/>
            <a:pathLst>
              <a:path w="10404755" h="1635968" extrusionOk="0">
                <a:moveTo>
                  <a:pt x="0" y="0"/>
                </a:moveTo>
                <a:lnTo>
                  <a:pt x="10404755" y="0"/>
                </a:lnTo>
                <a:lnTo>
                  <a:pt x="10404755" y="1635968"/>
                </a:lnTo>
                <a:lnTo>
                  <a:pt x="0" y="1635968"/>
                </a:lnTo>
                <a:lnTo>
                  <a:pt x="0" y="0"/>
                </a:lnTo>
                <a:close/>
              </a:path>
            </a:pathLst>
          </a:custGeom>
          <a:blipFill rotWithShape="1">
            <a:blip r:embed="rId5">
              <a:alphaModFix/>
            </a:blip>
            <a:stretch>
              <a:fillRect/>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8"/>
          <p:cNvSpPr txBox="1"/>
          <p:nvPr/>
        </p:nvSpPr>
        <p:spPr>
          <a:xfrm>
            <a:off x="4791113" y="5817216"/>
            <a:ext cx="8896200" cy="984300"/>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Clr>
                <a:srgbClr val="000000"/>
              </a:buClr>
              <a:buSzPts val="6000"/>
              <a:buFont typeface="Arial"/>
              <a:buNone/>
            </a:pPr>
            <a:r>
              <a:rPr lang="en-US" sz="6000" b="1" i="0" u="none" strike="noStrike" cap="none">
                <a:solidFill>
                  <a:srgbClr val="000000"/>
                </a:solidFill>
                <a:latin typeface="Cambria"/>
                <a:ea typeface="Cambria"/>
                <a:cs typeface="Cambria"/>
                <a:sym typeface="Cambria"/>
              </a:rPr>
              <a:t>THANKS!</a:t>
            </a:r>
            <a:endParaRPr sz="6000" b="0" i="0" u="none" strike="noStrike" cap="none">
              <a:solidFill>
                <a:srgbClr val="000000"/>
              </a:solidFill>
              <a:latin typeface="Arial"/>
              <a:ea typeface="Arial"/>
              <a:cs typeface="Arial"/>
              <a:sym typeface="Arial"/>
            </a:endParaRPr>
          </a:p>
        </p:txBody>
      </p:sp>
      <p:sp>
        <p:nvSpPr>
          <p:cNvPr id="329" name="Google Shape;329;p18"/>
          <p:cNvSpPr/>
          <p:nvPr/>
        </p:nvSpPr>
        <p:spPr>
          <a:xfrm>
            <a:off x="6185416" y="3485479"/>
            <a:ext cx="6050518" cy="1517789"/>
          </a:xfrm>
          <a:custGeom>
            <a:avLst/>
            <a:gdLst/>
            <a:ahLst/>
            <a:cxnLst/>
            <a:rect l="l" t="t" r="r" b="b"/>
            <a:pathLst>
              <a:path w="6050518" h="1517789" extrusionOk="0">
                <a:moveTo>
                  <a:pt x="0" y="0"/>
                </a:moveTo>
                <a:lnTo>
                  <a:pt x="6050518" y="0"/>
                </a:lnTo>
                <a:lnTo>
                  <a:pt x="6050518" y="1517788"/>
                </a:lnTo>
                <a:lnTo>
                  <a:pt x="0" y="1517788"/>
                </a:lnTo>
                <a:lnTo>
                  <a:pt x="0" y="0"/>
                </a:lnTo>
                <a:close/>
              </a:path>
            </a:pathLst>
          </a:custGeom>
          <a:blipFill rotWithShape="1">
            <a:blip r:embed="rId3">
              <a:alphaModFix/>
            </a:blip>
            <a:stretch>
              <a:fillRect t="-4637" b="-5644"/>
            </a:stretch>
          </a:blipFill>
          <a:ln>
            <a:noFill/>
          </a:ln>
        </p:spPr>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934</Words>
  <Application>Microsoft Office PowerPoint</Application>
  <PresentationFormat>Custom</PresentationFormat>
  <Paragraphs>160</Paragraphs>
  <Slides>19</Slides>
  <Notes>19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Arial</vt:lpstr>
      <vt:lpstr>Calibri</vt:lpstr>
      <vt:lpstr>Cambria</vt:lpstr>
      <vt:lpstr>Office Theme</vt:lpstr>
      <vt:lpstr>Office Theme</vt:lpstr>
      <vt:lpstr>Practical 2</vt:lpstr>
      <vt:lpstr>PowerPoint Presentation</vt:lpstr>
      <vt:lpstr>Problem Statement: </vt:lpstr>
      <vt:lpstr>Concept</vt:lpstr>
      <vt:lpstr>Steps to Evaluate a Postfix Expression:</vt:lpstr>
      <vt:lpstr>PowerPoint Presentation</vt:lpstr>
      <vt:lpstr>Postfix Evaluation — Step-by-Step</vt:lpstr>
      <vt:lpstr>PowerPoint Presentation</vt:lpstr>
      <vt:lpstr>PowerPoint Presentation</vt:lpstr>
      <vt:lpstr>Output :</vt:lpstr>
      <vt:lpstr>Time &amp; Space Complexity</vt:lpstr>
      <vt:lpstr>Summary</vt:lpstr>
      <vt:lpstr>Real-World Applications:</vt:lpstr>
      <vt:lpstr>Practice Questions: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Prakash K. P.</dc:creator>
  <cp:lastModifiedBy>Prakash K. P.</cp:lastModifiedBy>
  <cp:revision>3</cp:revision>
  <dcterms:modified xsi:type="dcterms:W3CDTF">2025-11-02T09:01:19Z</dcterms:modified>
</cp:coreProperties>
</file>