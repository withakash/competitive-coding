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  <p:sldId id="262" r:id="rId7"/>
    <p:sldId id="264" r:id="rId8"/>
    <p:sldId id="265" r:id="rId9"/>
    <p:sldId id="268" r:id="rId10"/>
    <p:sldId id="280" r:id="rId11"/>
    <p:sldId id="267" r:id="rId12"/>
    <p:sldId id="269" r:id="rId13"/>
    <p:sldId id="270" r:id="rId14"/>
    <p:sldId id="278" r:id="rId15"/>
    <p:sldId id="282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391"/>
    <a:srgbClr val="235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etcode.com/problems/construct-binary-search-tree-from-preorder-traversal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dirty="0">
                <a:latin typeface="Cambria" panose="02040503050406030204" pitchFamily="18" charset="0"/>
                <a:ea typeface="Cambria" panose="02040503050406030204" pitchFamily="18" charset="0"/>
              </a:rPr>
              <a:t>Practical 11</a:t>
            </a:r>
            <a:endParaRPr lang="en-IN" sz="7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Program to Build a Binary Search Tree (BST)</a:t>
            </a:r>
          </a:p>
        </p:txBody>
      </p:sp>
      <p:sp>
        <p:nvSpPr>
          <p:cNvPr id="4" name="Freeform 5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309539" y="1265839"/>
          <a:ext cx="5342848" cy="441960"/>
        </p:xfrm>
        <a:graphic>
          <a:graphicData uri="http://schemas.openxmlformats.org/drawingml/2006/table">
            <a:tbl>
              <a:tblPr/>
              <a:tblGrid>
                <a:gridCol w="534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Plan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138538"/>
              </p:ext>
            </p:extLst>
          </p:nvPr>
        </p:nvGraphicFramePr>
        <p:xfrm>
          <a:off x="1461074" y="2746276"/>
          <a:ext cx="9059442" cy="70104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Subject/Course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Competitive Coding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Title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Write a Program to Build a Binary Search Tree (BST)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074405"/>
              </p:ext>
            </p:extLst>
          </p:nvPr>
        </p:nvGraphicFramePr>
        <p:xfrm>
          <a:off x="1471065" y="3595291"/>
          <a:ext cx="9039460" cy="1752600"/>
        </p:xfrm>
        <a:graphic>
          <a:graphicData uri="http://schemas.openxmlformats.org/drawingml/2006/table">
            <a:tbl>
              <a:tblPr/>
              <a:tblGrid>
                <a:gridCol w="903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Objectives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Understand the concept of Binary Search Tree (BST) and its properties.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Learn how to insert elements into a BST.</a:t>
                      </a:r>
                      <a:endParaRPr lang="en-US" altLang="en-US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en-US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Explore recursive and iterative insertion logic.</a:t>
                      </a:r>
                      <a:endParaRPr lang="en-US" altLang="en-US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Analyze time and space complexity of BST creation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Problem Statement: 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Write a program to build a Binary Search Tree (BST) 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by inserting elements one by one.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program should: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1. Accept a sequence of integer values.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2. Insert each element according to BST rules.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3. Display the tree using inorder traversal.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 Binary Search Tree (BST) is a binary tree where: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1. The left child has a smaller value than its parent.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2. The right child has a larger value than its parent.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3. No duplicate elements are stored.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4. Inorder traversal of a BST gives a sorted sequence.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1. Start with an empty tree (root = null).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2. For each element: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  a. If the tree is empty → new node becomes root.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  b. If value &lt; root.data → insert into left subtree.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  c. If value &gt; root.data → insert into right subtree.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3. Repeat recursively until correct position is found.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4. Use </a:t>
            </a:r>
            <a:r>
              <a:rPr lang="en-US" altLang="en-US" sz="2600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traversal to display the BST.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5. </a:t>
            </a:r>
            <a:r>
              <a:rPr lang="en-US" altLang="en-US" sz="2600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order: Left → Root → Right.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6. This ensures ascending order output.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1" name="TextBox 10"/>
          <p:cNvSpPr txBox="1"/>
          <p:nvPr/>
        </p:nvSpPr>
        <p:spPr>
          <a:xfrm>
            <a:off x="1684308" y="1599228"/>
            <a:ext cx="56308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Insert sequence: 8, 3, 10, 1,6, 9, 14</a:t>
            </a: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Inorder Traversal: 1,3,6,8,9,10, 14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30" name="Picture 6" descr="Difference between Binary Search Tree and AVL Tree - GeeksforGeeks">
            <a:extLst>
              <a:ext uri="{FF2B5EF4-FFF2-40B4-BE49-F238E27FC236}">
                <a16:creationId xmlns:a16="http://schemas.microsoft.com/office/drawing/2014/main" id="{AC66E627-95C2-D200-2493-040E93D3A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87" t="21538" r="3988" b="4113"/>
          <a:stretch>
            <a:fillRect/>
          </a:stretch>
        </p:blipFill>
        <p:spPr bwMode="auto">
          <a:xfrm>
            <a:off x="3303639" y="2372300"/>
            <a:ext cx="4336026" cy="319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9426" y="1690688"/>
            <a:ext cx="7525385" cy="44596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0025" y="1151255"/>
            <a:ext cx="8942070" cy="5081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8205" y="1942670"/>
            <a:ext cx="7385050" cy="1303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Example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1. Insert 40 → becomes root.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2. Insert 25 → goes left of 40.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3. Insert 60 → goes right of 40.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4. Insert 10, 30, 50, 70 → placed recursively.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5. Final structure matches BST rules.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Time &amp; Space Complexity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Time Complexity:</a:t>
            </a:r>
          </a:p>
          <a:p>
            <a:pPr marL="0" indent="0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O(h) per insertion → h = height of tree.</a:t>
            </a:r>
          </a:p>
          <a:p>
            <a:pPr marL="0" indent="0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O(n log n) average case for n elements.</a:t>
            </a:r>
          </a:p>
          <a:p>
            <a:pPr marL="0" indent="0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Space Complexity:</a:t>
            </a:r>
          </a:p>
          <a:p>
            <a:pPr marL="0" indent="0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O(h) due to recursion stack.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1. BST maintains ordered data using left and right subtrees.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2. Insertion follows comparison-based positioning.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3. Inorder traversal displays sorted elements.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4. Average complexity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O(log n), Worst case: O(n).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Insert into a Binary Search Tree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— </a:t>
            </a:r>
            <a:r>
              <a:rPr lang="en-US" sz="2400" b="1" dirty="0" err="1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#701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https://leetcode.com/problems/insert-into-a-binary-search-tree/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Build a BST by inserting given nodes.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Strengthens understanding of insertion logic.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Search in a Binary Search Tree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— </a:t>
            </a:r>
            <a:r>
              <a:rPr lang="en-US" sz="2400" b="1" dirty="0" err="1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#700</a:t>
            </a:r>
          </a:p>
          <a:p>
            <a:pPr marL="0" indent="0" algn="just"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https://leetcode.com/problems/search-in-a-binary-search-tree/</a:t>
            </a:r>
          </a:p>
          <a:p>
            <a:pPr marL="0" indent="0" algn="just">
              <a:buNone/>
            </a:pPr>
            <a:endParaRPr lang="en-US" sz="2400" b="1" dirty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an element in an existing BST.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Reinforces traversal and search in BST.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A6282-0FE0-5D4F-0ED5-04FA8F58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50BC2-4AAF-0D96-4EE8-0B66C6E1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F485E-A224-FCFD-868A-DBCF26FF2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Construct BST from Preorder Traversal — </a:t>
            </a:r>
            <a:r>
              <a:rPr lang="en-US" alt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#1008</a:t>
            </a:r>
            <a:endParaRPr lang="en-US" sz="2400" b="1" dirty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https://leetcode.com/problems/construct-binary-search-tree-from-preorder-traversal/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 b="1" dirty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Rebuild BST using preorder sequence with recursion.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Improves understanding of BST structure and traversal.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62D148D9-7E00-ECE8-7694-47C7DE11F7EA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5115F93D-075A-5840-5B34-16012ECC623D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316327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b="1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IN" sz="7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595</Words>
  <Application>Microsoft Office PowerPoint</Application>
  <PresentationFormat>Widescreen</PresentationFormat>
  <Paragraphs>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Office Theme</vt:lpstr>
      <vt:lpstr>Practical 11</vt:lpstr>
      <vt:lpstr>PowerPoint Presentation</vt:lpstr>
      <vt:lpstr>Problem Statement: </vt:lpstr>
      <vt:lpstr>Concept</vt:lpstr>
      <vt:lpstr>Algorithm/Logic</vt:lpstr>
      <vt:lpstr>Visualization</vt:lpstr>
      <vt:lpstr>Code Implementation</vt:lpstr>
      <vt:lpstr>PowerPoint Presentation</vt:lpstr>
      <vt:lpstr>Output</vt:lpstr>
      <vt:lpstr>Example Walkthrough</vt:lpstr>
      <vt:lpstr>Time &amp; Space Complexity</vt:lpstr>
      <vt:lpstr>Summary</vt:lpstr>
      <vt:lpstr>Practice Questions: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K. P.</dc:creator>
  <cp:lastModifiedBy>Prakash K. P.</cp:lastModifiedBy>
  <cp:revision>3</cp:revision>
  <dcterms:created xsi:type="dcterms:W3CDTF">2025-10-28T09:21:00Z</dcterms:created>
  <dcterms:modified xsi:type="dcterms:W3CDTF">2025-10-31T06:54:38Z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5E4C0E1AF105468EA0101BF1103124AF_13</vt:lpwstr>
  </property>
  <property fmtid="{D5CDD505-2E9C-101B-9397-08002B2CF9AE}" pid="3" name="KSOProductBuildVer">
    <vt:lpwstr>1033-12.2.0.23155</vt:lpwstr>
  </property>
</Properties>
</file>