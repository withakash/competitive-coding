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NYhWv2JQ4b3o7lG23Chs8vrHF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D90D63-E090-4C76-9297-3719EF60577B}">
  <a:tblStyle styleId="{89D90D63-E090-4C76-9297-3719EF60577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2FFBB72-1112-406E-8068-0B8F53811C2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ymmetric-tre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dirty="0">
                <a:latin typeface="Cambria"/>
                <a:ea typeface="Cambria"/>
                <a:cs typeface="Cambria"/>
                <a:sym typeface="Cambria"/>
              </a:rPr>
              <a:t>Practical 16</a:t>
            </a:r>
            <a:endParaRPr sz="70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/>
            <a:r>
              <a:rPr lang="en-US" dirty="0"/>
              <a:t>Write a program to verify and validate mirrored trees.</a:t>
            </a:r>
            <a:endParaRPr dirty="0"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{89D90D63-E090-4C76-9297-3719EF60577B}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>
            <p:extLst>
              <p:ext uri="{D42A27DB-BD31-4B8C-83A1-F6EECF244321}">
                <p14:modId xmlns:p14="http://schemas.microsoft.com/office/powerpoint/2010/main" val="4191761534"/>
              </p:ext>
            </p:extLst>
          </p:nvPr>
        </p:nvGraphicFramePr>
        <p:xfrm>
          <a:off x="1461074" y="2343604"/>
          <a:ext cx="9059450" cy="975360"/>
        </p:xfrm>
        <a:graphic>
          <a:graphicData uri="http://schemas.openxmlformats.org/drawingml/2006/table">
            <a:tbl>
              <a:tblPr>
                <a:noFill/>
                <a:tableStyleId>{89D90D63-E090-4C76-9297-3719EF60577B}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Verify and Validate if Two Binary Trees are Mirror of Each Other</a:t>
                      </a:r>
                      <a:endParaRPr sz="1400" u="none" strike="noStrike" cap="none" dirty="0"/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2"/>
          <p:cNvGraphicFramePr/>
          <p:nvPr>
            <p:extLst>
              <p:ext uri="{D42A27DB-BD31-4B8C-83A1-F6EECF244321}">
                <p14:modId xmlns:p14="http://schemas.microsoft.com/office/powerpoint/2010/main" val="167690991"/>
              </p:ext>
            </p:extLst>
          </p:nvPr>
        </p:nvGraphicFramePr>
        <p:xfrm>
          <a:off x="1471065" y="3595291"/>
          <a:ext cx="9039450" cy="1752600"/>
        </p:xfrm>
        <a:graphic>
          <a:graphicData uri="http://schemas.openxmlformats.org/drawingml/2006/table">
            <a:tbl>
              <a:tblPr>
                <a:noFill/>
                <a:tableStyleId>{89D90D63-E090-4C76-9297-3719EF60577B}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 concept of mirror trees and structural symmetry in binary trees</a:t>
                      </a:r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.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Learn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how to compare two binary trees node-by-node recursively.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 efficient algorithm to verify if two trees are mirrors of each other.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time and space complexity for recursive tree comparison.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C0E0-1B20-E8FD-D1BC-DF2635BD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Problem Statement: 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7A240-7E2A-C8E1-FA51-9C8FBFC88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Given two binary trees, determine whether they are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mirror images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each other or not.</a:t>
            </a:r>
          </a:p>
          <a:p>
            <a:pPr marL="11430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Return true if both trees are mirror images; otherwise, return false.</a:t>
            </a:r>
            <a:endParaRPr lang="en-ID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96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0000"/>
              </a:buClr>
              <a:buSzPts val="4000"/>
            </a:pPr>
            <a:r>
              <a:rPr lang="en-ID" sz="4000" b="1" dirty="0"/>
              <a:t> </a:t>
            </a:r>
            <a:r>
              <a:rPr lang="en-ID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BEC07-7AAC-066C-3A35-01D1CA660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3092" y="1829306"/>
            <a:ext cx="10515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Two binary trees are said to be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mirror images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of each other if: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Their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root nodes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have the same value, and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left subtree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of one tree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mirror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of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right subtree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of the other (and vice versa).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property helps in understanding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tree symmetry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which is widely used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graphics, structural analysis, and data reflection problems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787025" y="1879134"/>
            <a:ext cx="10515600" cy="400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81000" algn="just">
              <a:buSzPts val="2400"/>
              <a:buFont typeface="Cambria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both trees are empty → return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0" indent="-381000" algn="just">
              <a:buSzPts val="2400"/>
              <a:buFont typeface="Cambria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one is empty and the other isn’t → return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0" indent="-381000" algn="just">
              <a:buSzPts val="2400"/>
              <a:buFont typeface="Cambria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the root values are different → return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false.</a:t>
            </a:r>
          </a:p>
          <a:p>
            <a:pPr lvl="0" indent="-381000" algn="just">
              <a:buSzPts val="2400"/>
              <a:buFont typeface="Cambria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Recursively check:</a:t>
            </a:r>
          </a:p>
          <a:p>
            <a:pPr marL="11430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    Left subtree of first tree ↔ Right subtree of second tree</a:t>
            </a:r>
          </a:p>
          <a:p>
            <a:pPr marL="11430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    Right subtree of first tree ↔ Left subtree of second tree</a:t>
            </a:r>
          </a:p>
          <a:p>
            <a:pPr marL="11430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lvl="0" indent="0" algn="just">
              <a:spcBef>
                <a:spcPts val="0"/>
              </a:spcBef>
              <a:buSzPts val="2400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5.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Return true only if both checks are true.</a:t>
            </a:r>
            <a:endParaRPr lang="en-US" sz="2400" b="1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>
          <a:blip r:embed="rId4"/>
          <a:srcRect/>
          <a:stretch/>
        </p:blipFill>
        <p:spPr>
          <a:xfrm>
            <a:off x="3562177" y="1744487"/>
            <a:ext cx="5067650" cy="306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2365875" y="5083410"/>
            <a:ext cx="80502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Output: </a:t>
            </a:r>
            <a:r>
              <a:rPr lang="en-IN" sz="2400" dirty="0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True</a:t>
            </a:r>
            <a:endParaRPr sz="2400" dirty="0">
              <a:solidFill>
                <a:srgbClr val="273239"/>
              </a:solidFill>
              <a:highlight>
                <a:srgbClr val="F9F9F9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lvl="0"/>
            <a:r>
              <a:rPr lang="en-IN" sz="2400" b="1" dirty="0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 </a:t>
            </a:r>
            <a:r>
              <a:rPr lang="en-US" sz="2400" i="1" dirty="0">
                <a:highlight>
                  <a:srgbClr val="F9F9F9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Both trees are mirror images of each other, so output is True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30" name="Google Shape;130;p8"/>
          <p:cNvPicPr preferRelativeResize="0"/>
          <p:nvPr/>
        </p:nvPicPr>
        <p:blipFill>
          <a:blip r:embed="rId4"/>
          <a:srcRect/>
          <a:stretch/>
        </p:blipFill>
        <p:spPr>
          <a:xfrm>
            <a:off x="1208015" y="1761688"/>
            <a:ext cx="8456101" cy="4580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/>
          <p:cNvPicPr preferRelativeResize="0"/>
          <p:nvPr/>
        </p:nvPicPr>
        <p:blipFill>
          <a:blip r:embed="rId3"/>
          <a:srcRect/>
          <a:stretch/>
        </p:blipFill>
        <p:spPr>
          <a:xfrm>
            <a:off x="1175475" y="394283"/>
            <a:ext cx="7540686" cy="36072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838213" y="3609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8" name="Google Shape;138;p9"/>
          <p:cNvPicPr preferRelativeResize="0"/>
          <p:nvPr/>
        </p:nvPicPr>
        <p:blipFill>
          <a:blip r:embed="rId5"/>
          <a:srcRect/>
          <a:stretch/>
        </p:blipFill>
        <p:spPr>
          <a:xfrm>
            <a:off x="1359017" y="4935576"/>
            <a:ext cx="7272084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145" name="Google Shape;145;p13"/>
          <p:cNvGraphicFramePr/>
          <p:nvPr>
            <p:extLst>
              <p:ext uri="{D42A27DB-BD31-4B8C-83A1-F6EECF244321}">
                <p14:modId xmlns:p14="http://schemas.microsoft.com/office/powerpoint/2010/main" val="2457138124"/>
              </p:ext>
            </p:extLst>
          </p:nvPr>
        </p:nvGraphicFramePr>
        <p:xfrm>
          <a:off x="684650" y="2825625"/>
          <a:ext cx="10747950" cy="1902591"/>
        </p:xfrm>
        <a:graphic>
          <a:graphicData uri="http://schemas.openxmlformats.org/drawingml/2006/table">
            <a:tbl>
              <a:tblPr>
                <a:noFill/>
                <a:tableStyleId>{22FFBB72-1112-406E-8068-0B8F53811C29}</a:tableStyleId>
              </a:tblPr>
              <a:tblGrid>
                <a:gridCol w="18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Mirror Check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Every node is compared once; recursion depth = height of tree (h).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 dirty="0"/>
          </a:p>
        </p:txBody>
      </p:sp>
      <p:sp>
        <p:nvSpPr>
          <p:cNvPr id="152" name="Google Shape;152;p1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A793C-337A-095F-6ED2-05CB638FA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055809"/>
            <a:ext cx="1082257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Two trees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mirrors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if their structures and node values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symmetrically opposite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Recursive comparison ensures efficient and clean checking.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Time Complexity: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Space Complexity: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O(h)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Widely applied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UI rendering, data reflection, and symmetric tree validation problems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body" idx="1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1200"/>
              </a:spcBef>
              <a:buSzPts val="1100"/>
              <a:buNone/>
            </a:pPr>
            <a:r>
              <a:rPr lang="en-IN" sz="2200" b="1" dirty="0"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lang="en-ID" sz="2400" b="1" dirty="0">
                <a:latin typeface="Cambria" panose="02040503050406030204" pitchFamily="18" charset="0"/>
                <a:ea typeface="Cambria" panose="02040503050406030204" pitchFamily="18" charset="0"/>
              </a:rPr>
              <a:t>Symmetric Tree</a:t>
            </a:r>
            <a:r>
              <a:rPr lang="en-IN" sz="2200" b="1" dirty="0"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lang="en-IN" sz="2200" b="1" dirty="0" err="1">
                <a:latin typeface="Cambria"/>
                <a:ea typeface="Cambria"/>
                <a:cs typeface="Cambria"/>
                <a:sym typeface="Cambria"/>
              </a:rPr>
              <a:t>LeetCode</a:t>
            </a:r>
            <a:r>
              <a:rPr lang="en-IN" sz="2200" b="1" dirty="0">
                <a:latin typeface="Cambria"/>
                <a:ea typeface="Cambria"/>
                <a:cs typeface="Cambria"/>
                <a:sym typeface="Cambria"/>
              </a:rPr>
              <a:t> #101</a:t>
            </a:r>
            <a:br>
              <a:rPr lang="en-IN" sz="22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200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sz="2200" i="1" dirty="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i="1" u="sng" dirty="0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https://leetcode.com/problems/symmetric-tree/</a:t>
            </a:r>
            <a:endParaRPr sz="2400" i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SzPts val="1100"/>
              <a:buNone/>
            </a:pPr>
            <a:r>
              <a:rPr lang="en-IN" sz="2200" b="1" dirty="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IN" sz="22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Check whether a binary tree is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symmetric (mirror of itself)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using recursive or iterative methods.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SzPts val="1100"/>
              <a:buNone/>
            </a:pPr>
            <a:r>
              <a:rPr lang="en-IN" sz="2200" b="1" dirty="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sz="2200" b="1" dirty="0">
              <a:latin typeface="Cambria"/>
              <a:ea typeface="Cambria"/>
              <a:cs typeface="Cambria"/>
              <a:sym typeface="Cambria"/>
            </a:endParaRPr>
          </a:p>
          <a:p>
            <a:pPr lvl="0" indent="-368300">
              <a:lnSpc>
                <a:spcPct val="115000"/>
              </a:lnSpc>
              <a:spcBef>
                <a:spcPts val="1200"/>
              </a:spcBef>
              <a:buSzPts val="2200"/>
              <a:buChar char="●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Strengthens understanding of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recursive tree comparison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lvl="0" indent="-368300">
              <a:lnSpc>
                <a:spcPct val="115000"/>
              </a:lnSpc>
              <a:spcBef>
                <a:spcPts val="0"/>
              </a:spcBef>
              <a:buSzPts val="2200"/>
              <a:buChar char="●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Builds logic for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mirror structure detection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balanced tree problems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22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434</Words>
  <Application>Microsoft Office PowerPoint</Application>
  <PresentationFormat>Widescreen</PresentationFormat>
  <Paragraphs>63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Practical 16</vt:lpstr>
      <vt:lpstr>PowerPoint Presentation</vt:lpstr>
      <vt:lpstr>Problem Statement: </vt:lpstr>
      <vt:lpstr> Concept</vt:lpstr>
      <vt:lpstr>Algorithm/Logic</vt:lpstr>
      <vt:lpstr>Visualization</vt:lpstr>
      <vt:lpstr>Code Implementation</vt:lpstr>
      <vt:lpstr>Output :</vt:lpstr>
      <vt:lpstr>Time &amp; Space Complexity</vt:lpstr>
      <vt:lpstr>Summary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5</cp:revision>
  <dcterms:created xsi:type="dcterms:W3CDTF">2025-10-28T09:21:51Z</dcterms:created>
  <dcterms:modified xsi:type="dcterms:W3CDTF">2025-11-12T04:52:52Z</dcterms:modified>
</cp:coreProperties>
</file>