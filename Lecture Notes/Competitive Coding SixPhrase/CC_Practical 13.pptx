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b0AFvkrJOiI+z0F/s6I9Ohuns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54EC10-6386-4B30-9E55-C4F1AA5E1251}">
  <a:tblStyle styleId="{6A54EC10-6386-4B30-9E55-C4F1AA5E125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EEF830E-3A50-430C-A66C-C98D7887C1E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e11e6b94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39e11e6b94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e11e6b94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g39e11e6b94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" name="Google Shape;1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13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Preorder, Inorder, and Postorder Traversals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6" b="-5645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5342850" cy="441960"/>
        </p:xfrm>
        <a:graphic>
          <a:graphicData uri="http://schemas.openxmlformats.org/drawingml/2006/table">
            <a:tbl>
              <a:tblPr>
                <a:noFill/>
                <a:tableStyleId>{6A54EC10-6386-4B30-9E55-C4F1AA5E1251}</a:tableStyleId>
              </a:tblPr>
              <a:tblGrid>
                <a:gridCol w="534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/>
        </p:nvGraphicFramePr>
        <p:xfrm>
          <a:off x="1461074" y="2746276"/>
          <a:ext cx="9059450" cy="701040"/>
        </p:xfrm>
        <a:graphic>
          <a:graphicData uri="http://schemas.openxmlformats.org/drawingml/2006/table">
            <a:tbl>
              <a:tblPr>
                <a:noFill/>
                <a:tableStyleId>{6A54EC10-6386-4B30-9E55-C4F1AA5E1251}</a:tableStyleId>
              </a:tblPr>
              <a:tblGrid>
                <a:gridCol w="286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Preorder, Inorder, and Postorder Traversals</a:t>
                      </a:r>
                      <a:endParaRPr sz="1800" b="1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595291"/>
          <a:ext cx="9039450" cy="1752600"/>
        </p:xfrm>
        <a:graphic>
          <a:graphicData uri="http://schemas.openxmlformats.org/drawingml/2006/table">
            <a:tbl>
              <a:tblPr>
                <a:noFill/>
                <a:tableStyleId>{6A54EC10-6386-4B30-9E55-C4F1AA5E1251}</a:tableStyleId>
              </a:tblPr>
              <a:tblGrid>
                <a:gridCol w="903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tree is a hierarchical data structure consisting of nodes.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The topmost node is called the root.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may have child nodes,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Nodes without children are called leaf nodes.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means visiting each node of the tree exactly once.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IN" sz="40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838200" y="22043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Write a Program to Understand and implement Tree traversals i.e.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Pre-Order Post-Order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In-Order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body" idx="1"/>
          </p:nvPr>
        </p:nvSpPr>
        <p:spPr>
          <a:xfrm>
            <a:off x="838200" y="1690693"/>
            <a:ext cx="10515600" cy="18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800">
                <a:latin typeface="Cambria"/>
                <a:ea typeface="Cambria"/>
                <a:cs typeface="Cambria"/>
                <a:sym typeface="Cambria"/>
              </a:rPr>
              <a:t>Tree traversal means visiting every node of a tree in a specific order (once only).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marL="685800" lvl="1" indent="-2286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800">
                <a:latin typeface="Cambria"/>
                <a:ea typeface="Cambria"/>
                <a:cs typeface="Cambria"/>
                <a:sym typeface="Cambria"/>
              </a:rPr>
              <a:t>There are mainly three depth-first traversals: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109" name="Google Shape;109;p4"/>
          <p:cNvGraphicFramePr/>
          <p:nvPr/>
        </p:nvGraphicFramePr>
        <p:xfrm>
          <a:off x="664200" y="3521000"/>
          <a:ext cx="11278150" cy="2213427"/>
        </p:xfrm>
        <a:graphic>
          <a:graphicData uri="http://schemas.openxmlformats.org/drawingml/2006/table">
            <a:tbl>
              <a:tblPr>
                <a:noFill/>
                <a:tableStyleId>{8EEF830E-3A50-430C-A66C-C98D7887C1E2}</a:tableStyleId>
              </a:tblPr>
              <a:tblGrid>
                <a:gridCol w="281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Type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Order of Visit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Example (for tree below)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Preorder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Root → Left → Right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D E C F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Inorder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Left → Root → Right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 B E A F C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Postorder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Left → Right → Root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 E B F C A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5"/>
          <p:cNvSpPr txBox="1">
            <a:spLocks noGrp="1"/>
          </p:cNvSpPr>
          <p:nvPr>
            <p:ph type="body" idx="1"/>
          </p:nvPr>
        </p:nvSpPr>
        <p:spPr>
          <a:xfrm>
            <a:off x="838200" y="1392611"/>
            <a:ext cx="10515600" cy="49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Traversal = visiting every node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once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in a specific order using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recursion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🔹 Preorder (Root → Left → Right)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Steps: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Visit Root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Traverse Left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Traverse Right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Output: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A B D E C F</a:t>
            </a:r>
            <a:endParaRPr b="1" dirty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e11e6b94b_0_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g39e11e6b94b_0_4"/>
          <p:cNvSpPr txBox="1">
            <a:spLocks noGrp="1"/>
          </p:cNvSpPr>
          <p:nvPr>
            <p:ph type="body" idx="1"/>
          </p:nvPr>
        </p:nvSpPr>
        <p:spPr>
          <a:xfrm>
            <a:off x="838200" y="1805159"/>
            <a:ext cx="10515600" cy="3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🔹 Inorder (Left → Root → Right)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Steps: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Left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Visit Root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Right</a:t>
            </a:r>
            <a:br>
              <a:rPr lang="en-IN">
                <a:latin typeface="Cambria"/>
                <a:ea typeface="Cambria"/>
                <a:cs typeface="Cambria"/>
                <a:sym typeface="Cambria"/>
              </a:rPr>
            </a:br>
            <a:r>
              <a:rPr lang="en-IN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Output: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D B E A F C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39e11e6b94b_0_4"/>
          <p:cNvSpPr/>
          <p:nvPr/>
        </p:nvSpPr>
        <p:spPr>
          <a:xfrm>
            <a:off x="9991482" y="4"/>
            <a:ext cx="2144801" cy="995524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e11e6b94b_0_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g39e11e6b94b_0_10"/>
          <p:cNvSpPr txBox="1">
            <a:spLocks noGrp="1"/>
          </p:cNvSpPr>
          <p:nvPr>
            <p:ph type="body" idx="1"/>
          </p:nvPr>
        </p:nvSpPr>
        <p:spPr>
          <a:xfrm>
            <a:off x="838200" y="1600433"/>
            <a:ext cx="10515600" cy="4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🔹 Postorder (Left → Right → Root)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Steps: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Left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Right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Visit Root</a:t>
            </a:r>
            <a:br>
              <a:rPr lang="en-IN">
                <a:latin typeface="Cambria"/>
                <a:ea typeface="Cambria"/>
                <a:cs typeface="Cambria"/>
                <a:sym typeface="Cambria"/>
              </a:rPr>
            </a:br>
            <a:r>
              <a:rPr lang="en-IN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Output: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D E B F C A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0" name="Google Shape;130;g39e11e6b94b_0_10"/>
          <p:cNvSpPr/>
          <p:nvPr/>
        </p:nvSpPr>
        <p:spPr>
          <a:xfrm>
            <a:off x="9991482" y="4"/>
            <a:ext cx="2144801" cy="995524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6" name="Google Shape;13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7" name="Google Shape;13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4350" y="1690703"/>
            <a:ext cx="9643276" cy="48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44" name="Google Shape;14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0150" y="1423425"/>
            <a:ext cx="7954351" cy="50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50" name="Google Shape;15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5739" y="687759"/>
            <a:ext cx="10020300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>
            <a:spLocks noGrp="1"/>
          </p:cNvSpPr>
          <p:nvPr>
            <p:ph type="title"/>
          </p:nvPr>
        </p:nvSpPr>
        <p:spPr>
          <a:xfrm>
            <a:off x="918100" y="33233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Output: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52" name="Google Shape;152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6975" y="4484100"/>
            <a:ext cx="7616576" cy="181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159" name="Google Shape;159;p13"/>
          <p:cNvGraphicFramePr/>
          <p:nvPr/>
        </p:nvGraphicFramePr>
        <p:xfrm>
          <a:off x="593150" y="2485625"/>
          <a:ext cx="10876225" cy="3231395"/>
        </p:xfrm>
        <a:graphic>
          <a:graphicData uri="http://schemas.openxmlformats.org/drawingml/2006/table">
            <a:tbl>
              <a:tblPr>
                <a:noFill/>
                <a:tableStyleId>{8EEF830E-3A50-430C-A66C-C98D7887C1E2}</a:tableStyleId>
              </a:tblPr>
              <a:tblGrid>
                <a:gridCol w="16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Type</a:t>
                      </a:r>
                      <a:endParaRPr sz="20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20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 (Recursion Stack)</a:t>
                      </a:r>
                      <a:endParaRPr sz="20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sz="20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Preorder</a:t>
                      </a:r>
                      <a:endParaRPr sz="20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is visited once; recursion depth = tree height (h).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Inorder</a:t>
                      </a:r>
                      <a:endParaRPr sz="20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Visits every node exactly once; stack used for recursion.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Postorder</a:t>
                      </a:r>
                      <a:endParaRPr sz="20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processed after its children; same depth as others.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65" name="Google Shape;165;p14"/>
          <p:cNvSpPr txBox="1">
            <a:spLocks noGrp="1"/>
          </p:cNvSpPr>
          <p:nvPr>
            <p:ph type="body" idx="1"/>
          </p:nvPr>
        </p:nvSpPr>
        <p:spPr>
          <a:xfrm>
            <a:off x="484790" y="1924150"/>
            <a:ext cx="113538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Tree traversal means visiting every node exactly once in a specific order.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There are three main Depth-First Traversals: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914400" lvl="1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Preorder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(Root → Left → Right): Used to create or copy a tree.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914400" lvl="1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IN" sz="2400" b="1" dirty="0" err="1">
                <a:latin typeface="Cambria"/>
                <a:ea typeface="Cambria"/>
                <a:cs typeface="Cambria"/>
                <a:sym typeface="Cambria"/>
              </a:rPr>
              <a:t>Inorder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(Left → Root → Right): Retrieves nodes in sorted order for BSTs.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914400" lvl="1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IN" sz="2400" b="1" dirty="0" err="1">
                <a:latin typeface="Cambria"/>
                <a:ea typeface="Cambria"/>
                <a:cs typeface="Cambria"/>
                <a:sym typeface="Cambria"/>
              </a:rPr>
              <a:t>Postorder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(Left → Right → Root): Used to delete or free the tree.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All traversals have Time Complexity = O(n) and Space Complexity = O(h),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where h is the height of the tree.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Traversals are the foundation of tree operations like searching, expression evaluation, and serialization.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mbria"/>
              <a:buAutoNum type="arabicPeriod"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Binary Tree </a:t>
            </a:r>
            <a:r>
              <a:rPr lang="en-IN" sz="2400" b="1" dirty="0" err="1">
                <a:latin typeface="Cambria"/>
                <a:ea typeface="Cambria"/>
                <a:cs typeface="Cambria"/>
                <a:sym typeface="Cambria"/>
              </a:rPr>
              <a:t>Inorder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 Traversal — </a:t>
            </a:r>
            <a:r>
              <a:rPr lang="en-IN" sz="2400" b="1" dirty="0" err="1">
                <a:latin typeface="Cambria"/>
                <a:ea typeface="Cambria"/>
                <a:cs typeface="Cambria"/>
                <a:sym typeface="Cambria"/>
              </a:rPr>
              <a:t>LeetCode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 #94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 i="1" u="sng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 https://leetcode.com/problems/binary-tree-inorder-traversal/</a:t>
            </a:r>
            <a:endParaRPr sz="2400" i="1" u="sng" dirty="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IN" sz="2400" b="1" dirty="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Implement </a:t>
            </a:r>
            <a:r>
              <a:rPr lang="en-IN" sz="2400" b="1" dirty="0" err="1">
                <a:latin typeface="Cambria"/>
                <a:ea typeface="Cambria"/>
                <a:cs typeface="Cambria"/>
                <a:sym typeface="Cambria"/>
              </a:rPr>
              <a:t>Inorder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 Traversal (Left → Root → Right)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of a binary tree using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recursion or an iterative stack-based approach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Reinforces understanding of traversal order.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Tests recursion and stack manipulation.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Foundation for solving BST and expression tree problems.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body" idx="1"/>
          </p:nvPr>
        </p:nvSpPr>
        <p:spPr>
          <a:xfrm>
            <a:off x="794400" y="19241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2.  Binary Tree Preorder Traversal — </a:t>
            </a:r>
            <a:r>
              <a:rPr lang="en-IN" sz="2400" b="1" dirty="0" err="1">
                <a:latin typeface="Cambria"/>
                <a:ea typeface="Cambria"/>
                <a:cs typeface="Cambria"/>
                <a:sym typeface="Cambria"/>
              </a:rPr>
              <a:t>LeetCode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 #144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2400" i="1" u="sng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🔗 https://leetcode.com/problems/binary-tree-preorder-traversal/</a:t>
            </a:r>
            <a:endParaRPr sz="2400" i="1" u="sng" dirty="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IN" sz="2400" dirty="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Perform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Preorder Traversal (Root → Left → Right)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of a binary tree.</a:t>
            </a:r>
            <a:br>
              <a:rPr lang="en-IN" sz="2400" dirty="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You can solve it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recursively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or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iteratively using a stack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Builds clear understanding of visiting order.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Improves recursive thinking and stack-based problem solving.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Prepares for advanced problems like serialization/deserialization of trees.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 b="1">
                <a:latin typeface="Cambria"/>
                <a:ea typeface="Cambria"/>
                <a:cs typeface="Cambria"/>
                <a:sym typeface="Cambria"/>
              </a:rPr>
              <a:t>Thanks</a:t>
            </a:r>
            <a:endParaRPr sz="7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6" b="-5645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</Words>
  <Application>Microsoft Office PowerPoint</Application>
  <PresentationFormat>Widescreen</PresentationFormat>
  <Paragraphs>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Practical 13</vt:lpstr>
      <vt:lpstr>PowerPoint Presentation</vt:lpstr>
      <vt:lpstr>Problem Statement: </vt:lpstr>
      <vt:lpstr>Concept</vt:lpstr>
      <vt:lpstr>Algorithm/Logic</vt:lpstr>
      <vt:lpstr>Algorithm/Logic</vt:lpstr>
      <vt:lpstr>Algorithm/Logic</vt:lpstr>
      <vt:lpstr>Visualization</vt:lpstr>
      <vt:lpstr>Code Implementation</vt:lpstr>
      <vt:lpstr>Output:</vt:lpstr>
      <vt:lpstr>Time &amp; Space Complexity</vt:lpstr>
      <vt:lpstr>Summary</vt:lpstr>
      <vt:lpstr>Practice Questions:</vt:lpstr>
      <vt:lpstr>Practice Questions: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Prakash K. P.</dc:creator>
  <cp:lastModifiedBy>Prakash K. P.</cp:lastModifiedBy>
  <cp:revision>1</cp:revision>
  <dcterms:created xsi:type="dcterms:W3CDTF">2025-10-28T09:21:51Z</dcterms:created>
  <dcterms:modified xsi:type="dcterms:W3CDTF">2025-11-12T04:41:25Z</dcterms:modified>
</cp:coreProperties>
</file>