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GsNldQQBNcVFUy20OQwj6DoSv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B825E4-606C-465B-9490-E9F996D500ED}">
  <a:tblStyle styleId="{80B825E4-606C-465B-9490-E9F996D500E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9bd198a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99bd198a7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de8779f0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9de8779f0d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de8779f0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9de8779f0d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de8779f0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9de8779f0d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eetcode.com/problems/third-maximum-number/" TargetMode="External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leetcode.com/problems/kth-largest-element-in-an-array/?utm_source=chatgpt.com" TargetMode="External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leetcode.com/problems/maximum-product-of-three-numbers/" TargetMode="External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g399bd198a71_0_0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85" name="Google Shape;85;g399bd198a71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g399bd198a71_0_0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g399bd198a71_0_0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99bd198a71_0_0"/>
          <p:cNvSpPr txBox="1"/>
          <p:nvPr/>
        </p:nvSpPr>
        <p:spPr>
          <a:xfrm>
            <a:off x="378600" y="2226077"/>
            <a:ext cx="109320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Product of Three Largest Distinct Elements Using Priority Queue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g399bd198a71_0_0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I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IN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{80B825E4-606C-465B-9490-E9F996D500ED}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Google Shape;95;p2"/>
          <p:cNvGraphicFramePr/>
          <p:nvPr/>
        </p:nvGraphicFramePr>
        <p:xfrm>
          <a:off x="1461074" y="2619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{80B825E4-606C-465B-9490-E9F996D500ED}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Product of Three Largest Distinct Elements Using Priority Queue</a:t>
                      </a:r>
                      <a:endParaRPr b="1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" name="Google Shape;96;p2"/>
          <p:cNvGraphicFramePr/>
          <p:nvPr/>
        </p:nvGraphicFramePr>
        <p:xfrm>
          <a:off x="1471065" y="376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{80B825E4-606C-465B-9490-E9F996D500ED}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Identify and extract the three largest unique elements from an array using a max-heap (priority queue).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 insertion, extraction, and duplicate handling for O(n log n) efficiency.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Compute products of top elements while ensuring distinctness to avoid errors in real-world data.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Apply priority queues to top-k problems, boosting speed in interviews and contests.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97" name="Google Shape;97;p2"/>
          <p:cNvGrpSpPr/>
          <p:nvPr/>
        </p:nvGrpSpPr>
        <p:grpSpPr>
          <a:xfrm>
            <a:off x="10236" y="82100"/>
            <a:ext cx="11689200" cy="1028775"/>
            <a:chOff x="0" y="82100"/>
            <a:chExt cx="11689200" cy="1028775"/>
          </a:xfrm>
        </p:grpSpPr>
        <p:pic>
          <p:nvPicPr>
            <p:cNvPr id="98" name="Google Shape;98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2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838200" y="115079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838200" y="2727780"/>
            <a:ext cx="10043100" cy="19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for finding the Product of the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three largest Distinct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Elements. Use a Priority Queue to efficiently find and remove the largest elements.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06" name="Google Shape;106;p3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07" name="Google Shape;107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3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838200" y="69803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Key Concepts &amp; Prerequisites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838200" y="2071367"/>
            <a:ext cx="10029600" cy="47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Priority Queue is a data structure where each element has a priority — the highest-priority element is served first.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It can be implemented as a Heap: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Min-Heap → smallest element at top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Max-Heap → largest element at top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tkinson Hyperlegible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Why use it here?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To find the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 largest distinct elements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sorting takes O(n log n).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Priority Queue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can do it faster: O(n log k) for k = 3 → practically O(n).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tkinson Hyperlegible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Distinct Elements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 must ensure all elements are unique before finding the top 3.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→ Use a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set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to remove duplicates.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tkinson Hyperlegible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15" name="Google Shape;115;p4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16" name="Google Shape;116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4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de8779f0d_0_3"/>
          <p:cNvSpPr txBox="1"/>
          <p:nvPr>
            <p:ph type="title"/>
          </p:nvPr>
        </p:nvSpPr>
        <p:spPr>
          <a:xfrm>
            <a:off x="838200" y="10442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Key Concepts &amp; Prerequisites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39de8779f0d_0_3"/>
          <p:cNvSpPr txBox="1"/>
          <p:nvPr/>
        </p:nvSpPr>
        <p:spPr>
          <a:xfrm>
            <a:off x="838200" y="2573967"/>
            <a:ext cx="91533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tkinson Hyperlegible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Prerequisites: </a:t>
            </a:r>
            <a:endParaRPr b="1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8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Arrays from basics; 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8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Queues from Q4; 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8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Understand heap property (parent &gt; children).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tkinson Hyperlegible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24" name="Google Shape;124;g39de8779f0d_0_3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25" name="Google Shape;125;g39de8779f0d_0_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g39de8779f0d_0_3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838200" y="93773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2" name="Google Shape;132;p5"/>
          <p:cNvSpPr txBox="1"/>
          <p:nvPr>
            <p:ph idx="1" type="body"/>
          </p:nvPr>
        </p:nvSpPr>
        <p:spPr>
          <a:xfrm>
            <a:off x="838200" y="239823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High-Level Approach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-533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Read array and 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Push all elements to max-heap priority_queue.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Pop largest, add to result list; use set to skip if duplicate.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Repeat for 3 unique; if &lt;3, return error.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Compute product of the three.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40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33" name="Google Shape;133;p5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34" name="Google Shape;134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5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de8779f0d_0_9"/>
          <p:cNvSpPr txBox="1"/>
          <p:nvPr>
            <p:ph type="title"/>
          </p:nvPr>
        </p:nvSpPr>
        <p:spPr>
          <a:xfrm>
            <a:off x="838200" y="871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g39de8779f0d_0_9"/>
          <p:cNvSpPr txBox="1"/>
          <p:nvPr>
            <p:ph idx="1" type="body"/>
          </p:nvPr>
        </p:nvSpPr>
        <p:spPr>
          <a:xfrm>
            <a:off x="838200" y="233165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Detailed Algorithm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Input: An array arr of integers.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Remove duplicates using a set → ensures only distinct elements.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Create a Max-Heap: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953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Since Python’s </a:t>
            </a:r>
            <a:r>
              <a:rPr i="1" lang="en-IN">
                <a:latin typeface="Cambria"/>
                <a:ea typeface="Cambria"/>
                <a:cs typeface="Cambria"/>
                <a:sym typeface="Cambria"/>
              </a:rPr>
              <a:t>heapq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is a min-heap, insert negative values to simulate a max-heap.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Extract top 3 elements by popping the heap 3 times.Compute product of those 3 numbers.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Return / print the result.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42" name="Google Shape;142;g39de8779f0d_0_9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43" name="Google Shape;143;g39de8779f0d_0_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g39de8779f0d_0_9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/>
        </p:nvSpPr>
        <p:spPr>
          <a:xfrm>
            <a:off x="838196" y="1740075"/>
            <a:ext cx="4575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Example Input: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arr = [4, 7, 2, 7, 5, 9, 9]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Step 1: Remove duplicates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→ {2, 4, 5, 7, 9}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Step 3: Extract Top 3 → 9, 7, 5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Step 4: Product = 9 × 7 × 5 = 315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8545" y="1696964"/>
            <a:ext cx="3494650" cy="2991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6"/>
          <p:cNvGraphicFramePr/>
          <p:nvPr/>
        </p:nvGraphicFramePr>
        <p:xfrm>
          <a:off x="892546" y="50089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{80B825E4-606C-465B-9490-E9F996D500ED}</a:tableStyleId>
              </a:tblPr>
              <a:tblGrid>
                <a:gridCol w="2480025"/>
                <a:gridCol w="3702125"/>
                <a:gridCol w="2014175"/>
                <a:gridCol w="2319275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Step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Heap (max-heap view)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Extracted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Product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[9, 7, 5, 4, 2]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[7, 4, 5, 2]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7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63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 4, 2]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315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" name="Google Shape;152;p6"/>
          <p:cNvSpPr txBox="1"/>
          <p:nvPr/>
        </p:nvSpPr>
        <p:spPr>
          <a:xfrm>
            <a:off x="838200" y="7246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6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54" name="Google Shape;15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6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>
            <p:ph type="title"/>
          </p:nvPr>
        </p:nvSpPr>
        <p:spPr>
          <a:xfrm>
            <a:off x="838200" y="88446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61" name="Google Shape;161;p8"/>
          <p:cNvPicPr preferRelativeResize="0"/>
          <p:nvPr/>
        </p:nvPicPr>
        <p:blipFill rotWithShape="1">
          <a:blip r:embed="rId3">
            <a:alphaModFix/>
          </a:blip>
          <a:srcRect b="28825" l="0" r="0" t="0"/>
          <a:stretch/>
        </p:blipFill>
        <p:spPr>
          <a:xfrm>
            <a:off x="1037903" y="2210032"/>
            <a:ext cx="10707595" cy="42716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8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63" name="Google Shape;163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8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39de8779f0d_0_22"/>
          <p:cNvPicPr preferRelativeResize="0"/>
          <p:nvPr/>
        </p:nvPicPr>
        <p:blipFill rotWithShape="1">
          <a:blip r:embed="rId3">
            <a:alphaModFix/>
          </a:blip>
          <a:srcRect b="0" l="0" r="0" t="74779"/>
          <a:stretch/>
        </p:blipFill>
        <p:spPr>
          <a:xfrm>
            <a:off x="1017505" y="2035134"/>
            <a:ext cx="10707595" cy="15136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g39de8779f0d_0_22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71" name="Google Shape;171;g39de8779f0d_0_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g39de8779f0d_0_22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>
            <p:ph type="title"/>
          </p:nvPr>
        </p:nvSpPr>
        <p:spPr>
          <a:xfrm>
            <a:off x="838200" y="116411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1720646" y="2897988"/>
            <a:ext cx="8111700" cy="31563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1848466" y="3094633"/>
            <a:ext cx="7747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Array: [10, 3, 5, 6, 20]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Product of 3 largest distinct elements: 1200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7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81" name="Google Shape;181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7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 txBox="1"/>
          <p:nvPr>
            <p:ph type="title"/>
          </p:nvPr>
        </p:nvSpPr>
        <p:spPr>
          <a:xfrm>
            <a:off x="838200" y="1070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Complexity Analysis</a:t>
            </a:r>
            <a:endParaRPr/>
          </a:p>
        </p:txBody>
      </p:sp>
      <p:graphicFrame>
        <p:nvGraphicFramePr>
          <p:cNvPr id="188" name="Google Shape;188;p11"/>
          <p:cNvGraphicFramePr/>
          <p:nvPr/>
        </p:nvGraphicFramePr>
        <p:xfrm>
          <a:off x="924570" y="27617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{80B825E4-606C-465B-9490-E9F996D500ED}</a:tableStyleId>
              </a:tblPr>
              <a:tblGrid>
                <a:gridCol w="2086500"/>
                <a:gridCol w="2585800"/>
                <a:gridCol w="59390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Aspect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Complexity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Why?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 log n)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 inserts/pops at O(log n); Set ops O(log k) for k=3.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Heap stores all n; Set O(1) since k=3 fixed.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9" name="Google Shape;189;p11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90" name="Google Shape;190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11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>
            <p:ph type="title"/>
          </p:nvPr>
        </p:nvSpPr>
        <p:spPr>
          <a:xfrm>
            <a:off x="838200" y="10309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Variations &amp; Competitive Tips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838200" y="2596625"/>
            <a:ext cx="9271500" cy="4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Easier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Variation: No distinct check (just pop 3).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Harder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K largest (generalize to input k); Streaming input (no full array).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Competitive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Angle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LeetCode #414: Third Largest; Codeforces "Top K" problems.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Optimization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For huge n, use partial_sort (O(n log k)) instead of full heap.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" name="Google Shape;198;p12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99" name="Google Shape;199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12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>
            <p:ph type="title"/>
          </p:nvPr>
        </p:nvSpPr>
        <p:spPr>
          <a:xfrm>
            <a:off x="838200" y="109753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sz="4000"/>
          </a:p>
        </p:txBody>
      </p:sp>
      <p:sp>
        <p:nvSpPr>
          <p:cNvPr id="206" name="Google Shape;206;p13"/>
          <p:cNvSpPr txBox="1"/>
          <p:nvPr/>
        </p:nvSpPr>
        <p:spPr>
          <a:xfrm>
            <a:off x="989958" y="2788217"/>
            <a:ext cx="95502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1️⃣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Third Maximum Number — LeetCode #414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b="0" i="0" lang="en-IN" sz="2400" u="sng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https://leetcode.com/problems/third-maximum-number/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Finding the 3rd largest distinct element in an array.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Directly mirrors the logic of selecting top 3 unique numbers.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07" name="Google Shape;207;p13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08" name="Google Shape;208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13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"/>
          <p:cNvSpPr txBox="1"/>
          <p:nvPr>
            <p:ph type="title"/>
          </p:nvPr>
        </p:nvSpPr>
        <p:spPr>
          <a:xfrm>
            <a:off x="838200" y="96436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sz="4000"/>
          </a:p>
        </p:txBody>
      </p:sp>
      <p:sp>
        <p:nvSpPr>
          <p:cNvPr id="215" name="Google Shape;215;p9"/>
          <p:cNvSpPr txBox="1"/>
          <p:nvPr/>
        </p:nvSpPr>
        <p:spPr>
          <a:xfrm>
            <a:off x="989958" y="2655052"/>
            <a:ext cx="95502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2️⃣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Kth Largest Element in an Array — LeetCode #215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b="0" i="0" lang="en-IN" sz="2400" u="sng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https://leetcode.com/problems/kth-largest-element-in-an-array/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Using a priority queue (heap) to find kth largest value efficiently.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Strengthens heap operations and selection of maximum elements.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16" name="Google Shape;216;p9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17" name="Google Shape;21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9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 txBox="1"/>
          <p:nvPr>
            <p:ph type="title"/>
          </p:nvPr>
        </p:nvSpPr>
        <p:spPr>
          <a:xfrm>
            <a:off x="838200" y="10442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sz="4000"/>
          </a:p>
        </p:txBody>
      </p:sp>
      <p:sp>
        <p:nvSpPr>
          <p:cNvPr id="224" name="Google Shape;224;p10"/>
          <p:cNvSpPr txBox="1"/>
          <p:nvPr/>
        </p:nvSpPr>
        <p:spPr>
          <a:xfrm>
            <a:off x="989958" y="2734951"/>
            <a:ext cx="95502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3️⃣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Maximum Product of Three Numbers — LeetCode #628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b="0" i="0" lang="en-IN" sz="2400" u="sng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https://leetcode.com/problems/maximum-product-of-three-numbers/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Compute product of three largest (or smallest) numbers.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Exactly applies the product-of-largest-elements logic efficiently.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25" name="Google Shape;225;p10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26" name="Google Shape;226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10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/>
          <p:nvPr>
            <p:ph type="ctrTitle"/>
          </p:nvPr>
        </p:nvSpPr>
        <p:spPr>
          <a:xfrm>
            <a:off x="991350" y="1813772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33" name="Google Shape;233;p18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34" name="Google Shape;234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18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