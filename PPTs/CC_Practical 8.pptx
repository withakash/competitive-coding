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OmNaEuf5gqiG+G/fgJPljDN/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ACFFF0-92E8-4A32-B52F-3091AF3C3BC9}">
  <a:tblStyle styleId="{91ACFFF0-92E8-4A32-B52F-3091AF3C3BC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9bdbde70f_0_0:notes"/>
          <p:cNvSpPr txBox="1"/>
          <p:nvPr>
            <p:ph idx="1" type="body"/>
          </p:nvPr>
        </p:nvSpPr>
        <p:spPr>
          <a:xfrm>
            <a:off x="755968" y="5078605"/>
            <a:ext cx="6047700" cy="4811400"/>
          </a:xfrm>
          <a:prstGeom prst="rect">
            <a:avLst/>
          </a:prstGeom>
          <a:noFill/>
          <a:ln>
            <a:noFill/>
          </a:ln>
        </p:spPr>
        <p:txBody>
          <a:bodyPr anchorCtr="0" anchor="t" bIns="102825" lIns="102825" spcFirstLastPara="1" rIns="102825" wrap="square" tIns="102825">
            <a:noAutofit/>
          </a:bodyPr>
          <a:lstStyle/>
          <a:p>
            <a:pPr indent="0" lvl="0" marL="0" rtl="0" algn="l">
              <a:lnSpc>
                <a:spcPct val="100000"/>
              </a:lnSpc>
              <a:spcBef>
                <a:spcPts val="0"/>
              </a:spcBef>
              <a:spcAft>
                <a:spcPts val="0"/>
              </a:spcAft>
              <a:buSzPts val="1200"/>
              <a:buNone/>
            </a:pPr>
            <a:r>
              <a:t/>
            </a:r>
            <a:endParaRPr/>
          </a:p>
        </p:txBody>
      </p:sp>
      <p:sp>
        <p:nvSpPr>
          <p:cNvPr id="95" name="Google Shape;95;g399bdbde70f_0_0:notes"/>
          <p:cNvSpPr/>
          <p:nvPr>
            <p:ph idx="2" type="sldImg"/>
          </p:nvPr>
        </p:nvSpPr>
        <p:spPr>
          <a:xfrm>
            <a:off x="1260194" y="801885"/>
            <a:ext cx="5040000" cy="4009500"/>
          </a:xfrm>
          <a:custGeom>
            <a:rect b="b" l="l" r="r" t="t"/>
            <a:pathLst>
              <a:path extrusionOk="0" h="120000" w="120000">
                <a:moveTo>
                  <a:pt x="0" y="0"/>
                </a:moveTo>
                <a:lnTo>
                  <a:pt x="120000" y="0"/>
                </a:lnTo>
                <a:lnTo>
                  <a:pt x="120000" y="120000"/>
                </a:lnTo>
                <a:lnTo>
                  <a:pt x="0" y="120000"/>
                </a:lnTo>
                <a:close/>
              </a:path>
            </a:pathLst>
          </a:custGeom>
          <a:noFill/>
          <a:ln cap="flat" cmpd="sng" w="10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5" name="Google Shape;105;p2: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6" name="Google Shape;116;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25" name="Google Shape;125;p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34" name="Google Shape;134;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43" name="Google Shape;143;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53" name="Google Shape;153;p7: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62" name="Google Shape;162;p36: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71" name="Google Shape;17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81" name="Google Shape;181;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90" name="Google Shape;190;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99" name="Google Shape;199;p11: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3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10" name="Google Shape;210;p37: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21" name="Google Shape;221;p38: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32" name="Google Shape;232;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0" name="Shape 10"/>
        <p:cNvGrpSpPr/>
        <p:nvPr/>
      </p:nvGrpSpPr>
      <p:grpSpPr>
        <a:xfrm>
          <a:off x="0" y="0"/>
          <a:ext cx="0" cy="0"/>
          <a:chOff x="0" y="0"/>
          <a:chExt cx="0" cy="0"/>
        </a:xfrm>
      </p:grpSpPr>
      <p:sp>
        <p:nvSpPr>
          <p:cNvPr id="11" name="Google Shape;11;g399bdbde70f_0_88"/>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 name="Google Shape;12;g399bdbde70f_0_88"/>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13" name="Google Shape;13;g399bdbde70f_0_8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g399bdbde70f_0_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g399bdbde70f_0_8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rgbClr val="FFFFFF"/>
        </a:solidFill>
      </p:bgPr>
    </p:bg>
    <p:spTree>
      <p:nvGrpSpPr>
        <p:cNvPr id="16" name="Shape 16"/>
        <p:cNvGrpSpPr/>
        <p:nvPr/>
      </p:nvGrpSpPr>
      <p:grpSpPr>
        <a:xfrm>
          <a:off x="0" y="0"/>
          <a:ext cx="0" cy="0"/>
          <a:chOff x="0" y="0"/>
          <a:chExt cx="0" cy="0"/>
        </a:xfrm>
      </p:grpSpPr>
      <p:sp>
        <p:nvSpPr>
          <p:cNvPr id="17" name="Google Shape;17;p23"/>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23"/>
          <p:cNvSpPr txBox="1"/>
          <p:nvPr>
            <p:ph idx="1" type="body"/>
          </p:nvPr>
        </p:nvSpPr>
        <p:spPr>
          <a:xfrm>
            <a:off x="838080" y="1825560"/>
            <a:ext cx="10515240" cy="4350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23"/>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23"/>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23"/>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FFFFF"/>
        </a:solidFill>
      </p:bgPr>
    </p:bg>
    <p:spTree>
      <p:nvGrpSpPr>
        <p:cNvPr id="22" name="Shape 22"/>
        <p:cNvGrpSpPr/>
        <p:nvPr/>
      </p:nvGrpSpPr>
      <p:grpSpPr>
        <a:xfrm>
          <a:off x="0" y="0"/>
          <a:ext cx="0" cy="0"/>
          <a:chOff x="0" y="0"/>
          <a:chExt cx="0" cy="0"/>
        </a:xfrm>
      </p:grpSpPr>
      <p:sp>
        <p:nvSpPr>
          <p:cNvPr id="23" name="Google Shape;23;p22"/>
          <p:cNvSpPr txBox="1"/>
          <p:nvPr>
            <p:ph type="title"/>
          </p:nvPr>
        </p:nvSpPr>
        <p:spPr>
          <a:xfrm>
            <a:off x="1523880" y="1122480"/>
            <a:ext cx="9143640" cy="238716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 name="Google Shape;24;p22"/>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22"/>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22"/>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27" name="Google Shape;27;p22"/>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solidFill>
          <a:srgbClr val="FFFFFF"/>
        </a:solidFill>
      </p:bgPr>
    </p:bg>
    <p:spTree>
      <p:nvGrpSpPr>
        <p:cNvPr id="28" name="Shape 28"/>
        <p:cNvGrpSpPr/>
        <p:nvPr/>
      </p:nvGrpSpPr>
      <p:grpSpPr>
        <a:xfrm>
          <a:off x="0" y="0"/>
          <a:ext cx="0" cy="0"/>
          <a:chOff x="0" y="0"/>
          <a:chExt cx="0" cy="0"/>
        </a:xfrm>
      </p:grpSpPr>
      <p:sp>
        <p:nvSpPr>
          <p:cNvPr id="29" name="Google Shape;29;p27"/>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Google Shape;30;p27"/>
          <p:cNvSpPr txBox="1"/>
          <p:nvPr>
            <p:ph idx="1" type="body"/>
          </p:nvPr>
        </p:nvSpPr>
        <p:spPr>
          <a:xfrm rot="5400000">
            <a:off x="3920220" y="-1256580"/>
            <a:ext cx="4350960" cy="1051524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1" name="Google Shape;31;p27"/>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 name="Google Shape;32;p27"/>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27"/>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solidFill>
          <a:srgbClr val="FFFFFF"/>
        </a:solidFill>
      </p:bgPr>
    </p:bg>
    <p:spTree>
      <p:nvGrpSpPr>
        <p:cNvPr id="34" name="Shape 34"/>
        <p:cNvGrpSpPr/>
        <p:nvPr/>
      </p:nvGrpSpPr>
      <p:grpSpPr>
        <a:xfrm>
          <a:off x="0" y="0"/>
          <a:ext cx="0" cy="0"/>
          <a:chOff x="0" y="0"/>
          <a:chExt cx="0" cy="0"/>
        </a:xfrm>
      </p:grpSpPr>
      <p:sp>
        <p:nvSpPr>
          <p:cNvPr id="35" name="Google Shape;35;p28"/>
          <p:cNvSpPr txBox="1"/>
          <p:nvPr>
            <p:ph type="title"/>
          </p:nvPr>
        </p:nvSpPr>
        <p:spPr>
          <a:xfrm rot="5400000">
            <a:off x="7133580" y="1956420"/>
            <a:ext cx="5811480" cy="26287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 name="Google Shape;36;p28"/>
          <p:cNvSpPr txBox="1"/>
          <p:nvPr>
            <p:ph idx="1" type="body"/>
          </p:nvPr>
        </p:nvSpPr>
        <p:spPr>
          <a:xfrm rot="5400000">
            <a:off x="1799280" y="-596160"/>
            <a:ext cx="5811480" cy="77338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p28"/>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p28"/>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28"/>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bg>
      <p:bgPr>
        <a:solidFill>
          <a:srgbClr val="FFFFFF"/>
        </a:solidFill>
      </p:bgPr>
    </p:bg>
    <p:spTree>
      <p:nvGrpSpPr>
        <p:cNvPr id="40" name="Shape 40"/>
        <p:cNvGrpSpPr/>
        <p:nvPr/>
      </p:nvGrpSpPr>
      <p:grpSpPr>
        <a:xfrm>
          <a:off x="0" y="0"/>
          <a:ext cx="0" cy="0"/>
          <a:chOff x="0" y="0"/>
          <a:chExt cx="0" cy="0"/>
        </a:xfrm>
      </p:grpSpPr>
      <p:sp>
        <p:nvSpPr>
          <p:cNvPr id="41" name="Google Shape;41;p29"/>
          <p:cNvSpPr txBox="1"/>
          <p:nvPr>
            <p:ph type="title"/>
          </p:nvPr>
        </p:nvSpPr>
        <p:spPr>
          <a:xfrm>
            <a:off x="831960" y="1709640"/>
            <a:ext cx="10515240" cy="285228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p29"/>
          <p:cNvSpPr txBox="1"/>
          <p:nvPr>
            <p:ph idx="1" type="body"/>
          </p:nvPr>
        </p:nvSpPr>
        <p:spPr>
          <a:xfrm>
            <a:off x="831960" y="4589640"/>
            <a:ext cx="10515240" cy="14997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3" name="Google Shape;43;p29"/>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29"/>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29"/>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solidFill>
          <a:srgbClr val="FFFFFF"/>
        </a:solidFill>
      </p:bgPr>
    </p:bg>
    <p:spTree>
      <p:nvGrpSpPr>
        <p:cNvPr id="46" name="Shape 46"/>
        <p:cNvGrpSpPr/>
        <p:nvPr/>
      </p:nvGrpSpPr>
      <p:grpSpPr>
        <a:xfrm>
          <a:off x="0" y="0"/>
          <a:ext cx="0" cy="0"/>
          <a:chOff x="0" y="0"/>
          <a:chExt cx="0" cy="0"/>
        </a:xfrm>
      </p:grpSpPr>
      <p:sp>
        <p:nvSpPr>
          <p:cNvPr id="47" name="Google Shape;47;p30"/>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30"/>
          <p:cNvSpPr txBox="1"/>
          <p:nvPr>
            <p:ph idx="1" type="body"/>
          </p:nvPr>
        </p:nvSpPr>
        <p:spPr>
          <a:xfrm>
            <a:off x="838080" y="1825560"/>
            <a:ext cx="5181120" cy="4350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30"/>
          <p:cNvSpPr txBox="1"/>
          <p:nvPr>
            <p:ph idx="2" type="body"/>
          </p:nvPr>
        </p:nvSpPr>
        <p:spPr>
          <a:xfrm>
            <a:off x="6172200" y="1825560"/>
            <a:ext cx="5181120" cy="4350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30"/>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 name="Google Shape;51;p30"/>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30"/>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solidFill>
          <a:srgbClr val="FFFFFF"/>
        </a:solidFill>
      </p:bgPr>
    </p:bg>
    <p:spTree>
      <p:nvGrpSpPr>
        <p:cNvPr id="53" name="Shape 53"/>
        <p:cNvGrpSpPr/>
        <p:nvPr/>
      </p:nvGrpSpPr>
      <p:grpSpPr>
        <a:xfrm>
          <a:off x="0" y="0"/>
          <a:ext cx="0" cy="0"/>
          <a:chOff x="0" y="0"/>
          <a:chExt cx="0" cy="0"/>
        </a:xfrm>
      </p:grpSpPr>
      <p:sp>
        <p:nvSpPr>
          <p:cNvPr id="54" name="Google Shape;54;p31"/>
          <p:cNvSpPr txBox="1"/>
          <p:nvPr>
            <p:ph type="title"/>
          </p:nvPr>
        </p:nvSpPr>
        <p:spPr>
          <a:xfrm>
            <a:off x="8398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31"/>
          <p:cNvSpPr txBox="1"/>
          <p:nvPr>
            <p:ph idx="1" type="body"/>
          </p:nvPr>
        </p:nvSpPr>
        <p:spPr>
          <a:xfrm>
            <a:off x="839880" y="1681200"/>
            <a:ext cx="5157360" cy="82368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6" name="Google Shape;56;p31"/>
          <p:cNvSpPr txBox="1"/>
          <p:nvPr>
            <p:ph idx="2" type="body"/>
          </p:nvPr>
        </p:nvSpPr>
        <p:spPr>
          <a:xfrm>
            <a:off x="839880" y="2505240"/>
            <a:ext cx="5157360" cy="368424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31"/>
          <p:cNvSpPr txBox="1"/>
          <p:nvPr>
            <p:ph idx="3" type="body"/>
          </p:nvPr>
        </p:nvSpPr>
        <p:spPr>
          <a:xfrm>
            <a:off x="6172200" y="1681200"/>
            <a:ext cx="5182920" cy="82368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31"/>
          <p:cNvSpPr txBox="1"/>
          <p:nvPr>
            <p:ph idx="4" type="body"/>
          </p:nvPr>
        </p:nvSpPr>
        <p:spPr>
          <a:xfrm>
            <a:off x="6172200" y="2505240"/>
            <a:ext cx="5182920" cy="368424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31"/>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31"/>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31"/>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FFFFFF"/>
        </a:solidFill>
      </p:bgPr>
    </p:bg>
    <p:spTree>
      <p:nvGrpSpPr>
        <p:cNvPr id="62" name="Shape 62"/>
        <p:cNvGrpSpPr/>
        <p:nvPr/>
      </p:nvGrpSpPr>
      <p:grpSpPr>
        <a:xfrm>
          <a:off x="0" y="0"/>
          <a:ext cx="0" cy="0"/>
          <a:chOff x="0" y="0"/>
          <a:chExt cx="0" cy="0"/>
        </a:xfrm>
      </p:grpSpPr>
      <p:sp>
        <p:nvSpPr>
          <p:cNvPr id="63" name="Google Shape;63;p32"/>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p32"/>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32"/>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32"/>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rgbClr val="FFFFFF"/>
        </a:solidFill>
      </p:bgPr>
    </p:bg>
    <p:spTree>
      <p:nvGrpSpPr>
        <p:cNvPr id="67" name="Shape 67"/>
        <p:cNvGrpSpPr/>
        <p:nvPr/>
      </p:nvGrpSpPr>
      <p:grpSpPr>
        <a:xfrm>
          <a:off x="0" y="0"/>
          <a:ext cx="0" cy="0"/>
          <a:chOff x="0" y="0"/>
          <a:chExt cx="0" cy="0"/>
        </a:xfrm>
      </p:grpSpPr>
      <p:sp>
        <p:nvSpPr>
          <p:cNvPr id="68" name="Google Shape;68;p33"/>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9" name="Google Shape;69;p33"/>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 name="Google Shape;70;p33"/>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solidFill>
          <a:srgbClr val="FFFFFF"/>
        </a:solidFill>
      </p:bgPr>
    </p:bg>
    <p:spTree>
      <p:nvGrpSpPr>
        <p:cNvPr id="71" name="Shape 71"/>
        <p:cNvGrpSpPr/>
        <p:nvPr/>
      </p:nvGrpSpPr>
      <p:grpSpPr>
        <a:xfrm>
          <a:off x="0" y="0"/>
          <a:ext cx="0" cy="0"/>
          <a:chOff x="0" y="0"/>
          <a:chExt cx="0" cy="0"/>
        </a:xfrm>
      </p:grpSpPr>
      <p:sp>
        <p:nvSpPr>
          <p:cNvPr id="72" name="Google Shape;72;p34"/>
          <p:cNvSpPr txBox="1"/>
          <p:nvPr>
            <p:ph type="title"/>
          </p:nvPr>
        </p:nvSpPr>
        <p:spPr>
          <a:xfrm>
            <a:off x="839880" y="457200"/>
            <a:ext cx="3931920" cy="159984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34"/>
          <p:cNvSpPr txBox="1"/>
          <p:nvPr>
            <p:ph idx="1" type="body"/>
          </p:nvPr>
        </p:nvSpPr>
        <p:spPr>
          <a:xfrm>
            <a:off x="5183280" y="987480"/>
            <a:ext cx="6171840" cy="487332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p34"/>
          <p:cNvSpPr txBox="1"/>
          <p:nvPr>
            <p:ph idx="2" type="body"/>
          </p:nvPr>
        </p:nvSpPr>
        <p:spPr>
          <a:xfrm>
            <a:off x="839880" y="2057400"/>
            <a:ext cx="3931920" cy="381132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5" name="Google Shape;75;p34"/>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6" name="Google Shape;76;p34"/>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7" name="Google Shape;77;p34"/>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bg>
      <p:bgPr>
        <a:solidFill>
          <a:srgbClr val="FFFFFF"/>
        </a:solidFill>
      </p:bgPr>
    </p:bg>
    <p:spTree>
      <p:nvGrpSpPr>
        <p:cNvPr id="78" name="Shape 78"/>
        <p:cNvGrpSpPr/>
        <p:nvPr/>
      </p:nvGrpSpPr>
      <p:grpSpPr>
        <a:xfrm>
          <a:off x="0" y="0"/>
          <a:ext cx="0" cy="0"/>
          <a:chOff x="0" y="0"/>
          <a:chExt cx="0" cy="0"/>
        </a:xfrm>
      </p:grpSpPr>
      <p:sp>
        <p:nvSpPr>
          <p:cNvPr id="79" name="Google Shape;79;p35"/>
          <p:cNvSpPr txBox="1"/>
          <p:nvPr>
            <p:ph type="title"/>
          </p:nvPr>
        </p:nvSpPr>
        <p:spPr>
          <a:xfrm>
            <a:off x="839880" y="457200"/>
            <a:ext cx="3931920" cy="159984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35"/>
          <p:cNvSpPr txBox="1"/>
          <p:nvPr>
            <p:ph idx="1" type="body"/>
          </p:nvPr>
        </p:nvSpPr>
        <p:spPr>
          <a:xfrm>
            <a:off x="5183280" y="987480"/>
            <a:ext cx="6171840" cy="487332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1" name="Google Shape;81;p35"/>
          <p:cNvSpPr txBox="1"/>
          <p:nvPr>
            <p:ph idx="2" type="body"/>
          </p:nvPr>
        </p:nvSpPr>
        <p:spPr>
          <a:xfrm>
            <a:off x="839880" y="2057400"/>
            <a:ext cx="3931920" cy="381132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35"/>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3" name="Google Shape;83;p35"/>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4" name="Google Shape;84;p35"/>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bg>
      <p:bgPr>
        <a:solidFill>
          <a:schemeClr val="lt1"/>
        </a:solidFill>
      </p:bgPr>
    </p:bg>
    <p:spTree>
      <p:nvGrpSpPr>
        <p:cNvPr id="86" name="Shape 86"/>
        <p:cNvGrpSpPr/>
        <p:nvPr/>
      </p:nvGrpSpPr>
      <p:grpSpPr>
        <a:xfrm>
          <a:off x="0" y="0"/>
          <a:ext cx="0" cy="0"/>
          <a:chOff x="0" y="0"/>
          <a:chExt cx="0" cy="0"/>
        </a:xfrm>
      </p:grpSpPr>
      <p:pic>
        <p:nvPicPr>
          <p:cNvPr id="87" name="Google Shape;87;p25"/>
          <p:cNvPicPr preferRelativeResize="0"/>
          <p:nvPr/>
        </p:nvPicPr>
        <p:blipFill rotWithShape="1">
          <a:blip r:embed="rId2">
            <a:alphaModFix/>
          </a:blip>
          <a:srcRect b="0" l="0" r="0" t="0"/>
          <a:stretch/>
        </p:blipFill>
        <p:spPr>
          <a:xfrm>
            <a:off x="10852920" y="-244440"/>
            <a:ext cx="1337400" cy="1337400"/>
          </a:xfrm>
          <a:prstGeom prst="rect">
            <a:avLst/>
          </a:prstGeom>
          <a:noFill/>
          <a:ln>
            <a:noFill/>
          </a:ln>
        </p:spPr>
      </p:pic>
      <p:sp>
        <p:nvSpPr>
          <p:cNvPr id="88" name="Google Shape;88;p25"/>
          <p:cNvSpPr txBox="1"/>
          <p:nvPr>
            <p:ph type="title"/>
          </p:nvPr>
        </p:nvSpPr>
        <p:spPr>
          <a:xfrm>
            <a:off x="838080" y="365040"/>
            <a:ext cx="10513800" cy="132372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 name="Google Shape;89;p25"/>
          <p:cNvSpPr txBox="1"/>
          <p:nvPr>
            <p:ph idx="1" type="body"/>
          </p:nvPr>
        </p:nvSpPr>
        <p:spPr>
          <a:xfrm>
            <a:off x="838080" y="1825560"/>
            <a:ext cx="10513800" cy="434952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0" name="Google Shape;90;p25"/>
          <p:cNvSpPr txBox="1"/>
          <p:nvPr>
            <p:ph idx="10" type="dt"/>
          </p:nvPr>
        </p:nvSpPr>
        <p:spPr>
          <a:xfrm>
            <a:off x="838080" y="6356520"/>
            <a:ext cx="2741400" cy="36324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 name="Google Shape;91;p25"/>
          <p:cNvSpPr txBox="1"/>
          <p:nvPr>
            <p:ph idx="11" type="ftr"/>
          </p:nvPr>
        </p:nvSpPr>
        <p:spPr>
          <a:xfrm>
            <a:off x="4038480" y="6356520"/>
            <a:ext cx="4113000" cy="36324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2" name="Google Shape;92;p25"/>
          <p:cNvSpPr txBox="1"/>
          <p:nvPr>
            <p:ph idx="12" type="sldNum"/>
          </p:nvPr>
        </p:nvSpPr>
        <p:spPr>
          <a:xfrm>
            <a:off x="8610480" y="6356520"/>
            <a:ext cx="2741400" cy="36324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1pPr>
            <a:lvl2pPr indent="0" lvl="1"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2pPr>
            <a:lvl3pPr indent="0" lvl="2"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3pPr>
            <a:lvl4pPr indent="0" lvl="3"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4pPr>
            <a:lvl5pPr indent="0" lvl="4"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5pPr>
            <a:lvl6pPr indent="0" lvl="5"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6pPr>
            <a:lvl7pPr indent="0" lvl="6"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7pPr>
            <a:lvl8pPr indent="0" lvl="7"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8pPr>
            <a:lvl9pPr indent="0" lvl="8" marL="0" marR="0" rtl="0" algn="l">
              <a:lnSpc>
                <a:spcPct val="100000"/>
              </a:lnSpc>
              <a:spcBef>
                <a:spcPts val="0"/>
              </a:spcBef>
              <a:spcAft>
                <a:spcPts val="0"/>
              </a:spcAft>
              <a:buClr>
                <a:schemeClr val="dk1"/>
              </a:buClr>
              <a:buSzPts val="1800"/>
              <a:buFont typeface="Cambria"/>
              <a:buNone/>
              <a:defRPr b="0" i="0" sz="1800" u="none" cap="none" strike="noStrike">
                <a:solidFill>
                  <a:schemeClr val="dk1"/>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hyperlink" Target="https://leetcode.com/problems/reverse-linked-list/description/" TargetMode="External"/><Relationship Id="rId5" Type="http://schemas.openxmlformats.org/officeDocument/2006/relationships/image" Target="../media/image7.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hyperlink" Target="https://leetcode.com/problems/remove-linked-list-elements/description/" TargetMode="External"/><Relationship Id="rId5" Type="http://schemas.openxmlformats.org/officeDocument/2006/relationships/image" Target="../media/image4.png"/><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grpSp>
        <p:nvGrpSpPr>
          <p:cNvPr id="97" name="Google Shape;97;g399bdbde70f_0_0"/>
          <p:cNvGrpSpPr/>
          <p:nvPr/>
        </p:nvGrpSpPr>
        <p:grpSpPr>
          <a:xfrm>
            <a:off x="0" y="82100"/>
            <a:ext cx="11689200" cy="1028775"/>
            <a:chOff x="0" y="82100"/>
            <a:chExt cx="11689200" cy="1028775"/>
          </a:xfrm>
        </p:grpSpPr>
        <p:pic>
          <p:nvPicPr>
            <p:cNvPr id="98" name="Google Shape;98;g399bdbde70f_0_0"/>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99" name="Google Shape;99;g399bdbde70f_0_0"/>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
        <p:nvSpPr>
          <p:cNvPr id="100" name="Google Shape;100;g399bdbde70f_0_0"/>
          <p:cNvSpPr/>
          <p:nvPr/>
        </p:nvSpPr>
        <p:spPr>
          <a:xfrm>
            <a:off x="5" y="1955845"/>
            <a:ext cx="12184856" cy="1938814"/>
          </a:xfrm>
          <a:custGeom>
            <a:rect b="b" l="l" r="r" t="t"/>
            <a:pathLst>
              <a:path extrusionOk="0" h="2628900" w="7556500">
                <a:moveTo>
                  <a:pt x="0" y="2628900"/>
                </a:moveTo>
                <a:lnTo>
                  <a:pt x="0" y="0"/>
                </a:lnTo>
                <a:lnTo>
                  <a:pt x="7556500" y="0"/>
                </a:lnTo>
                <a:lnTo>
                  <a:pt x="7556500" y="2628900"/>
                </a:lnTo>
                <a:lnTo>
                  <a:pt x="0" y="2628900"/>
                </a:lnTo>
                <a:close/>
              </a:path>
            </a:pathLst>
          </a:custGeom>
          <a:solidFill>
            <a:srgbClr val="1F487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4"/>
              <a:buFont typeface="Arial"/>
              <a:buNone/>
            </a:pPr>
            <a:r>
              <a:t/>
            </a:r>
            <a:endParaRPr b="0" i="0" sz="864" u="none" cap="none" strike="noStrike">
              <a:solidFill>
                <a:schemeClr val="dk1"/>
              </a:solidFill>
              <a:latin typeface="Calibri"/>
              <a:ea typeface="Calibri"/>
              <a:cs typeface="Calibri"/>
              <a:sym typeface="Calibri"/>
            </a:endParaRPr>
          </a:p>
        </p:txBody>
      </p:sp>
      <p:sp>
        <p:nvSpPr>
          <p:cNvPr id="101" name="Google Shape;101;g399bdbde70f_0_0"/>
          <p:cNvSpPr txBox="1"/>
          <p:nvPr/>
        </p:nvSpPr>
        <p:spPr>
          <a:xfrm>
            <a:off x="378600" y="2226077"/>
            <a:ext cx="10932000" cy="1416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chemeClr val="lt1"/>
                </a:solidFill>
                <a:latin typeface="Cambria"/>
                <a:ea typeface="Cambria"/>
                <a:cs typeface="Cambria"/>
                <a:sym typeface="Cambria"/>
              </a:rPr>
              <a:t>Find Merge Point (Intersection) of Two Sorted Linked Lists </a:t>
            </a:r>
            <a:endParaRPr b="1" i="0" sz="4000" u="none" cap="none" strike="noStrike">
              <a:solidFill>
                <a:schemeClr val="lt1"/>
              </a:solidFill>
              <a:latin typeface="Cambria"/>
              <a:ea typeface="Cambria"/>
              <a:cs typeface="Cambria"/>
              <a:sym typeface="Cambria"/>
            </a:endParaRPr>
          </a:p>
        </p:txBody>
      </p:sp>
      <p:sp>
        <p:nvSpPr>
          <p:cNvPr id="102" name="Google Shape;102;g399bdbde70f_0_0"/>
          <p:cNvSpPr/>
          <p:nvPr/>
        </p:nvSpPr>
        <p:spPr>
          <a:xfrm>
            <a:off x="456988" y="5601409"/>
            <a:ext cx="5110500" cy="101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1" lang="en-IN" sz="2700">
                <a:solidFill>
                  <a:schemeClr val="dk1"/>
                </a:solidFill>
                <a:latin typeface="Calibri"/>
                <a:ea typeface="Calibri"/>
                <a:cs typeface="Calibri"/>
                <a:sym typeface="Calibri"/>
              </a:rPr>
              <a:t>Mr. Prakash Kumar Pandey</a:t>
            </a:r>
            <a:br>
              <a:rPr b="1" i="0" lang="en-IN" sz="1060" u="none" cap="none" strike="noStrike">
                <a:solidFill>
                  <a:schemeClr val="dk1"/>
                </a:solidFill>
                <a:latin typeface="Calibri"/>
                <a:ea typeface="Calibri"/>
                <a:cs typeface="Calibri"/>
                <a:sym typeface="Calibri"/>
              </a:rPr>
            </a:br>
            <a:r>
              <a:rPr b="1" i="0" lang="en-IN" sz="1800" u="none" cap="none" strike="noStrike">
                <a:solidFill>
                  <a:schemeClr val="dk1"/>
                </a:solidFill>
                <a:latin typeface="Calibri"/>
                <a:ea typeface="Calibri"/>
                <a:cs typeface="Calibri"/>
                <a:sym typeface="Calibri"/>
              </a:rPr>
              <a:t>Assistant Professor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lang="en-IN" sz="1500">
                <a:solidFill>
                  <a:schemeClr val="dk1"/>
                </a:solidFill>
                <a:latin typeface="Calibri"/>
                <a:ea typeface="Calibri"/>
                <a:cs typeface="Calibri"/>
                <a:sym typeface="Calibri"/>
              </a:rPr>
              <a:t>Artificial Intelligence &amp; Data Science</a:t>
            </a:r>
            <a:endParaRPr b="1"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graphicFrame>
        <p:nvGraphicFramePr>
          <p:cNvPr id="107" name="Google Shape;107;p2"/>
          <p:cNvGraphicFramePr/>
          <p:nvPr/>
        </p:nvGraphicFramePr>
        <p:xfrm>
          <a:off x="3309480" y="1265760"/>
          <a:ext cx="3000000" cy="3000000"/>
        </p:xfrm>
        <a:graphic>
          <a:graphicData uri="http://schemas.openxmlformats.org/drawingml/2006/table">
            <a:tbl>
              <a:tblPr>
                <a:noFill/>
                <a:tableStyleId>{91ACFFF0-92E8-4A32-B52F-3091AF3C3BC9}</a:tableStyleId>
              </a:tblPr>
              <a:tblGrid>
                <a:gridCol w="5342750"/>
              </a:tblGrid>
              <a:tr h="357850">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000000"/>
                          </a:solidFill>
                          <a:latin typeface="Cambria"/>
                          <a:ea typeface="Cambria"/>
                          <a:cs typeface="Cambria"/>
                          <a:sym typeface="Cambria"/>
                        </a:rPr>
                        <a:t>Lesson Plan</a:t>
                      </a:r>
                      <a:endParaRPr b="0" sz="24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graphicFrame>
        <p:nvGraphicFramePr>
          <p:cNvPr id="108" name="Google Shape;108;p2"/>
          <p:cNvGraphicFramePr/>
          <p:nvPr/>
        </p:nvGraphicFramePr>
        <p:xfrm>
          <a:off x="1461240" y="2746440"/>
          <a:ext cx="3000000" cy="3000000"/>
        </p:xfrm>
        <a:graphic>
          <a:graphicData uri="http://schemas.openxmlformats.org/drawingml/2006/table">
            <a:tbl>
              <a:tblPr>
                <a:noFill/>
                <a:tableStyleId>{91ACFFF0-92E8-4A32-B52F-3091AF3C3BC9}</a:tableStyleId>
              </a:tblPr>
              <a:tblGrid>
                <a:gridCol w="2864875"/>
                <a:gridCol w="6194150"/>
              </a:tblGrid>
              <a:tr h="159850">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000000"/>
                          </a:solidFill>
                          <a:latin typeface="Cambria"/>
                          <a:ea typeface="Cambria"/>
                          <a:cs typeface="Cambria"/>
                          <a:sym typeface="Cambria"/>
                        </a:rPr>
                        <a:t>Subject/Course</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rgbClr val="0070C0"/>
                          </a:solidFill>
                          <a:latin typeface="Cambria"/>
                          <a:ea typeface="Cambria"/>
                          <a:cs typeface="Cambria"/>
                          <a:sym typeface="Cambria"/>
                        </a:rPr>
                        <a:t>Competitive Coding</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59850">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000000"/>
                          </a:solidFill>
                          <a:latin typeface="Cambria"/>
                          <a:ea typeface="Cambria"/>
                          <a:cs typeface="Cambria"/>
                          <a:sym typeface="Cambria"/>
                        </a:rPr>
                        <a:t>Lesson Title</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rgbClr val="0070C0"/>
                          </a:solidFill>
                          <a:latin typeface="Cambria"/>
                          <a:ea typeface="Cambria"/>
                          <a:cs typeface="Cambria"/>
                          <a:sym typeface="Cambria"/>
                        </a:rPr>
                        <a:t>Find Merge Point of Two Sorted Linked Lists </a:t>
                      </a:r>
                      <a:endParaRPr b="1" sz="1800" u="none" cap="none" strike="noStrike">
                        <a:solidFill>
                          <a:srgbClr val="0070C0"/>
                        </a:solidFill>
                        <a:latin typeface="Cambria"/>
                        <a:ea typeface="Cambria"/>
                        <a:cs typeface="Cambria"/>
                        <a:sym typeface="Cambria"/>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graphicFrame>
        <p:nvGraphicFramePr>
          <p:cNvPr id="109" name="Google Shape;109;p2"/>
          <p:cNvGraphicFramePr/>
          <p:nvPr/>
        </p:nvGraphicFramePr>
        <p:xfrm>
          <a:off x="1470960" y="3595320"/>
          <a:ext cx="3000000" cy="3000000"/>
        </p:xfrm>
        <a:graphic>
          <a:graphicData uri="http://schemas.openxmlformats.org/drawingml/2006/table">
            <a:tbl>
              <a:tblPr>
                <a:noFill/>
                <a:tableStyleId>{91ACFFF0-92E8-4A32-B52F-3091AF3C3BC9}</a:tableStyleId>
              </a:tblPr>
              <a:tblGrid>
                <a:gridCol w="9039250"/>
              </a:tblGrid>
              <a:tr h="205550">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C00000"/>
                          </a:solidFill>
                          <a:latin typeface="Cambria"/>
                          <a:ea typeface="Cambria"/>
                          <a:cs typeface="Cambria"/>
                          <a:sym typeface="Cambria"/>
                        </a:rPr>
                        <a:t>Lesson Objectives</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55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chemeClr val="dk1"/>
                          </a:solidFill>
                          <a:latin typeface="Cambria"/>
                          <a:ea typeface="Cambria"/>
                          <a:cs typeface="Cambria"/>
                          <a:sym typeface="Cambria"/>
                        </a:rPr>
                        <a:t>Find Merge Point (Intersection) of Two Sorted Linked Lists </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55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rgbClr val="000000"/>
                          </a:solidFill>
                          <a:latin typeface="Cambria"/>
                          <a:ea typeface="Cambria"/>
                          <a:cs typeface="Cambria"/>
                          <a:sym typeface="Cambria"/>
                        </a:rPr>
                        <a:t>Detect whether two singly linked lists intersect (share nodes).</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chemeClr val="dk1"/>
                          </a:solidFill>
                          <a:latin typeface="Cambria"/>
                          <a:ea typeface="Cambria"/>
                          <a:cs typeface="Cambria"/>
                          <a:sym typeface="Cambria"/>
                        </a:rPr>
                        <a:t>Achieve O(m + n) time and O(1) extra space.</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chemeClr val="dk1"/>
                          </a:solidFill>
                          <a:latin typeface="Cambria"/>
                          <a:ea typeface="Cambria"/>
                          <a:cs typeface="Cambria"/>
                          <a:sym typeface="Cambria"/>
                        </a:rPr>
                        <a:t>When lists intersect they share the same tail from the merge point onward.</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10" name="Google Shape;110;p2"/>
          <p:cNvSpPr/>
          <p:nvPr/>
        </p:nvSpPr>
        <p:spPr>
          <a:xfrm>
            <a:off x="3231000" y="4523400"/>
            <a:ext cx="12191760" cy="4568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11" name="Google Shape;111;p2"/>
          <p:cNvGrpSpPr/>
          <p:nvPr/>
        </p:nvGrpSpPr>
        <p:grpSpPr>
          <a:xfrm>
            <a:off x="0" y="82100"/>
            <a:ext cx="11689200" cy="1028775"/>
            <a:chOff x="0" y="82100"/>
            <a:chExt cx="11689200" cy="1028775"/>
          </a:xfrm>
        </p:grpSpPr>
        <p:pic>
          <p:nvPicPr>
            <p:cNvPr id="112" name="Google Shape;112;p2"/>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13" name="Google Shape;113;p2"/>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3"/>
          <p:cNvSpPr txBox="1"/>
          <p:nvPr>
            <p:ph type="title"/>
          </p:nvPr>
        </p:nvSpPr>
        <p:spPr>
          <a:xfrm>
            <a:off x="838080" y="950966"/>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000"/>
              <a:buFont typeface="Cambria"/>
              <a:buNone/>
            </a:pPr>
            <a:r>
              <a:rPr b="1" lang="en-IN" sz="4000" u="none" strike="noStrike">
                <a:solidFill>
                  <a:srgbClr val="000000"/>
                </a:solidFill>
                <a:latin typeface="Cambria"/>
                <a:ea typeface="Cambria"/>
                <a:cs typeface="Cambria"/>
                <a:sym typeface="Cambria"/>
              </a:rPr>
              <a:t>Problem Statement: </a:t>
            </a:r>
            <a:endParaRPr b="0" sz="4000" u="none" strike="noStrike">
              <a:solidFill>
                <a:schemeClr val="dk1"/>
              </a:solidFill>
              <a:latin typeface="Calibri"/>
              <a:ea typeface="Calibri"/>
              <a:cs typeface="Calibri"/>
              <a:sym typeface="Calibri"/>
            </a:endParaRPr>
          </a:p>
        </p:txBody>
      </p:sp>
      <p:sp>
        <p:nvSpPr>
          <p:cNvPr id="119" name="Google Shape;119;p3"/>
          <p:cNvSpPr txBox="1"/>
          <p:nvPr>
            <p:ph idx="1" type="body"/>
          </p:nvPr>
        </p:nvSpPr>
        <p:spPr>
          <a:xfrm>
            <a:off x="838080" y="2411486"/>
            <a:ext cx="10515300" cy="435090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2400"/>
              <a:buFont typeface="Cambria"/>
              <a:buNone/>
            </a:pPr>
            <a:r>
              <a:rPr b="0" i="0" lang="en-IN" sz="2400" u="none" cap="none" strike="noStrike">
                <a:solidFill>
                  <a:schemeClr val="dk1"/>
                </a:solidFill>
                <a:latin typeface="Cambria"/>
                <a:ea typeface="Cambria"/>
                <a:cs typeface="Cambria"/>
                <a:sym typeface="Cambria"/>
              </a:rPr>
              <a:t>Write a program to find the Merge point of two sorted linked lists.</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2400"/>
              <a:buFont typeface="Cambria"/>
              <a:buNone/>
            </a:pPr>
            <a:r>
              <a:rPr b="0" i="0" lang="en-IN" sz="2400" u="none" cap="none" strike="noStrike">
                <a:solidFill>
                  <a:schemeClr val="dk1"/>
                </a:solidFill>
                <a:latin typeface="Cambria"/>
                <a:ea typeface="Cambria"/>
                <a:cs typeface="Cambria"/>
                <a:sym typeface="Cambria"/>
              </a:rPr>
              <a:t> </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400"/>
              <a:buFont typeface="Arial"/>
              <a:buNone/>
            </a:pPr>
            <a:r>
              <a:t/>
            </a:r>
            <a:endParaRPr b="0" i="0" sz="2400" u="none" cap="none" strike="noStrike">
              <a:solidFill>
                <a:schemeClr val="dk1"/>
              </a:solidFill>
              <a:latin typeface="Calibri"/>
              <a:ea typeface="Calibri"/>
              <a:cs typeface="Calibri"/>
              <a:sym typeface="Calibri"/>
            </a:endParaRPr>
          </a:p>
        </p:txBody>
      </p:sp>
      <p:grpSp>
        <p:nvGrpSpPr>
          <p:cNvPr id="120" name="Google Shape;120;p3"/>
          <p:cNvGrpSpPr/>
          <p:nvPr/>
        </p:nvGrpSpPr>
        <p:grpSpPr>
          <a:xfrm>
            <a:off x="0" y="82100"/>
            <a:ext cx="11689200" cy="1028775"/>
            <a:chOff x="0" y="82100"/>
            <a:chExt cx="11689200" cy="1028775"/>
          </a:xfrm>
        </p:grpSpPr>
        <p:pic>
          <p:nvPicPr>
            <p:cNvPr id="121" name="Google Shape;121;p3"/>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22" name="Google Shape;122;p3"/>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4"/>
          <p:cNvSpPr txBox="1"/>
          <p:nvPr>
            <p:ph type="title"/>
          </p:nvPr>
        </p:nvSpPr>
        <p:spPr>
          <a:xfrm>
            <a:off x="838080" y="990916"/>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Concept</a:t>
            </a:r>
            <a:endParaRPr b="0" sz="4000" u="none" strike="noStrike">
              <a:solidFill>
                <a:schemeClr val="dk1"/>
              </a:solidFill>
              <a:latin typeface="Calibri"/>
              <a:ea typeface="Calibri"/>
              <a:cs typeface="Calibri"/>
              <a:sym typeface="Calibri"/>
            </a:endParaRPr>
          </a:p>
        </p:txBody>
      </p:sp>
      <p:sp>
        <p:nvSpPr>
          <p:cNvPr id="128" name="Google Shape;128;p4"/>
          <p:cNvSpPr txBox="1"/>
          <p:nvPr>
            <p:ph idx="1" type="body"/>
          </p:nvPr>
        </p:nvSpPr>
        <p:spPr>
          <a:xfrm>
            <a:off x="838080" y="2316436"/>
            <a:ext cx="10515300" cy="4485900"/>
          </a:xfrm>
          <a:prstGeom prst="rect">
            <a:avLst/>
          </a:prstGeom>
          <a:noFill/>
          <a:ln>
            <a:noFill/>
          </a:ln>
        </p:spPr>
        <p:txBody>
          <a:bodyPr anchorCtr="0" anchor="t" bIns="45700" lIns="91425" spcFirstLastPara="1" rIns="91425" wrap="square" tIns="45700">
            <a:normAutofit lnSpcReduction="10000"/>
          </a:bodyPr>
          <a:lstStyle/>
          <a:p>
            <a:pPr indent="0" lvl="0" marL="0" marR="0" rtl="0" algn="just">
              <a:lnSpc>
                <a:spcPct val="90000"/>
              </a:lnSpc>
              <a:spcBef>
                <a:spcPts val="0"/>
              </a:spcBef>
              <a:spcAft>
                <a:spcPts val="0"/>
              </a:spcAft>
              <a:buClr>
                <a:schemeClr val="dk1"/>
              </a:buClr>
              <a:buSzPts val="2800"/>
              <a:buFont typeface="Cambria"/>
              <a:buNone/>
            </a:pPr>
            <a:r>
              <a:rPr b="0" i="0" lang="en-IN" sz="2800" u="none" cap="none" strike="noStrike">
                <a:solidFill>
                  <a:schemeClr val="dk1"/>
                </a:solidFill>
                <a:latin typeface="Cambria"/>
                <a:ea typeface="Cambria"/>
                <a:cs typeface="Cambria"/>
                <a:sym typeface="Cambria"/>
              </a:rPr>
              <a:t>A linked list is a linear data structure composed of a sequence of nodes, where each node contains data and a pointer (or reference) to the next node in the sequence. </a:t>
            </a:r>
            <a:endParaRPr b="0" i="0" sz="2800" u="none" cap="none" strike="noStrike">
              <a:solidFill>
                <a:schemeClr val="dk1"/>
              </a:solidFill>
              <a:latin typeface="Calibri"/>
              <a:ea typeface="Calibri"/>
              <a:cs typeface="Calibri"/>
              <a:sym typeface="Calibri"/>
            </a:endParaRPr>
          </a:p>
          <a:p>
            <a:pPr indent="0" lvl="0" marL="0" marR="0" rtl="0" algn="just">
              <a:lnSpc>
                <a:spcPct val="90000"/>
              </a:lnSpc>
              <a:spcBef>
                <a:spcPts val="1993"/>
              </a:spcBef>
              <a:spcAft>
                <a:spcPts val="0"/>
              </a:spcAft>
              <a:buClr>
                <a:schemeClr val="dk1"/>
              </a:buClr>
              <a:buSzPts val="2800"/>
              <a:buFont typeface="Cambria"/>
              <a:buNone/>
            </a:pPr>
            <a:r>
              <a:rPr b="1" i="0" lang="en-IN" sz="2800" u="none" cap="none" strike="noStrike">
                <a:solidFill>
                  <a:schemeClr val="dk1"/>
                </a:solidFill>
                <a:latin typeface="Cambria"/>
                <a:ea typeface="Cambria"/>
                <a:cs typeface="Cambria"/>
                <a:sym typeface="Cambria"/>
              </a:rPr>
              <a:t>Common operations:</a:t>
            </a:r>
            <a:endParaRPr b="0" i="0" sz="28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Insertion: Adding a new node to the linked list</a:t>
            </a:r>
            <a:endParaRPr b="0" i="0" sz="24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Deletion: Removing a node from the linked list.</a:t>
            </a:r>
            <a:endParaRPr b="0" i="0" sz="24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Traversal</a:t>
            </a:r>
            <a:endParaRPr b="0" i="0" sz="24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Searching</a:t>
            </a:r>
            <a:endParaRPr b="0" i="0" sz="2400" u="none" cap="none" strike="noStrike">
              <a:solidFill>
                <a:schemeClr val="dk1"/>
              </a:solidFill>
              <a:latin typeface="Calibri"/>
              <a:ea typeface="Calibri"/>
              <a:cs typeface="Calibri"/>
              <a:sym typeface="Calibri"/>
            </a:endParaRPr>
          </a:p>
          <a:p>
            <a:pPr indent="0" lvl="1" marL="685800" marR="0" rtl="0" algn="just">
              <a:lnSpc>
                <a:spcPct val="110000"/>
              </a:lnSpc>
              <a:spcBef>
                <a:spcPts val="499"/>
              </a:spcBef>
              <a:spcAft>
                <a:spcPts val="0"/>
              </a:spcAft>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129" name="Google Shape;129;p4"/>
          <p:cNvGrpSpPr/>
          <p:nvPr/>
        </p:nvGrpSpPr>
        <p:grpSpPr>
          <a:xfrm>
            <a:off x="10353" y="82100"/>
            <a:ext cx="11689200" cy="1028775"/>
            <a:chOff x="0" y="82100"/>
            <a:chExt cx="11689200" cy="1028775"/>
          </a:xfrm>
        </p:grpSpPr>
        <p:pic>
          <p:nvPicPr>
            <p:cNvPr id="130" name="Google Shape;130;p4"/>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31" name="Google Shape;131;p4"/>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5"/>
          <p:cNvSpPr txBox="1"/>
          <p:nvPr>
            <p:ph type="title"/>
          </p:nvPr>
        </p:nvSpPr>
        <p:spPr>
          <a:xfrm>
            <a:off x="838080" y="1057498"/>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Algorithm/Logic</a:t>
            </a:r>
            <a:endParaRPr b="0" sz="4000" u="none" strike="noStrike">
              <a:solidFill>
                <a:schemeClr val="dk1"/>
              </a:solidFill>
              <a:latin typeface="Calibri"/>
              <a:ea typeface="Calibri"/>
              <a:cs typeface="Calibri"/>
              <a:sym typeface="Calibri"/>
            </a:endParaRPr>
          </a:p>
        </p:txBody>
      </p:sp>
      <p:sp>
        <p:nvSpPr>
          <p:cNvPr id="137" name="Google Shape;137;p5"/>
          <p:cNvSpPr txBox="1"/>
          <p:nvPr>
            <p:ph idx="1" type="body"/>
          </p:nvPr>
        </p:nvSpPr>
        <p:spPr>
          <a:xfrm>
            <a:off x="838080" y="2518018"/>
            <a:ext cx="10515300" cy="4350900"/>
          </a:xfrm>
          <a:prstGeom prst="rect">
            <a:avLst/>
          </a:prstGeom>
          <a:noFill/>
          <a:ln>
            <a:noFill/>
          </a:ln>
        </p:spPr>
        <p:txBody>
          <a:bodyPr anchorCtr="0" anchor="t" bIns="45700" lIns="91425" spcFirstLastPara="1" rIns="91425" wrap="square" tIns="45700">
            <a:normAutofit lnSpcReduction="10000"/>
          </a:bodyPr>
          <a:lstStyle/>
          <a:p>
            <a:pPr indent="0" lvl="0" marL="0" marR="0" rtl="0" algn="just">
              <a:lnSpc>
                <a:spcPct val="90000"/>
              </a:lnSpc>
              <a:spcBef>
                <a:spcPts val="0"/>
              </a:spcBef>
              <a:spcAft>
                <a:spcPts val="0"/>
              </a:spcAft>
              <a:buClr>
                <a:srgbClr val="196391"/>
              </a:buClr>
              <a:buSzPts val="2800"/>
              <a:buFont typeface="Cambria"/>
              <a:buNone/>
            </a:pPr>
            <a:r>
              <a:rPr b="1" i="0" lang="en-IN" sz="2800" u="none" cap="none" strike="noStrike">
                <a:solidFill>
                  <a:srgbClr val="196391"/>
                </a:solidFill>
                <a:latin typeface="Cambria"/>
                <a:ea typeface="Cambria"/>
                <a:cs typeface="Cambria"/>
                <a:sym typeface="Cambria"/>
              </a:rPr>
              <a:t>1. Step by Step Pseudocode:</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191"/>
              </a:spcBef>
              <a:spcAft>
                <a:spcPts val="0"/>
              </a:spcAft>
              <a:buClr>
                <a:schemeClr val="dk1"/>
              </a:buClr>
              <a:buSzPts val="2400"/>
              <a:buFont typeface="Cambria"/>
              <a:buNone/>
            </a:pPr>
            <a:r>
              <a:rPr b="0" i="0" lang="en-IN" sz="2400" u="none" cap="none" strike="noStrike">
                <a:solidFill>
                  <a:schemeClr val="dk1"/>
                </a:solidFill>
                <a:latin typeface="Cambria"/>
                <a:ea typeface="Cambria"/>
                <a:cs typeface="Cambria"/>
                <a:sym typeface="Cambria"/>
              </a:rPr>
              <a:t>Compute lengths lenA and lenB of both lists.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2183"/>
              </a:spcBef>
              <a:spcAft>
                <a:spcPts val="0"/>
              </a:spcAft>
              <a:buClr>
                <a:srgbClr val="000000"/>
              </a:buClr>
              <a:buSzPts val="2400"/>
              <a:buFont typeface="Cambria"/>
              <a:buNone/>
            </a:pPr>
            <a:r>
              <a:rPr b="0" i="0" lang="en-IN" sz="2400" u="none" cap="none" strike="noStrike">
                <a:solidFill>
                  <a:srgbClr val="000000"/>
                </a:solidFill>
                <a:latin typeface="Cambria"/>
                <a:ea typeface="Cambria"/>
                <a:cs typeface="Cambria"/>
                <a:sym typeface="Cambria"/>
              </a:rPr>
              <a:t>Advance the longer list by abs(lenA - lenB) steps.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2183"/>
              </a:spcBef>
              <a:spcAft>
                <a:spcPts val="0"/>
              </a:spcAft>
              <a:buClr>
                <a:srgbClr val="000000"/>
              </a:buClr>
              <a:buSzPts val="2400"/>
              <a:buFont typeface="Cambria"/>
              <a:buNone/>
            </a:pPr>
            <a:r>
              <a:rPr b="0" i="0" lang="en-IN" sz="2400" u="none" cap="none" strike="noStrike">
                <a:solidFill>
                  <a:srgbClr val="000000"/>
                </a:solidFill>
                <a:latin typeface="Cambria"/>
                <a:ea typeface="Cambria"/>
                <a:cs typeface="Cambria"/>
                <a:sym typeface="Cambria"/>
              </a:rPr>
              <a:t>Walk both lists step-by-step comparing node references.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2183"/>
              </a:spcBef>
              <a:spcAft>
                <a:spcPts val="0"/>
              </a:spcAft>
              <a:buClr>
                <a:srgbClr val="000000"/>
              </a:buClr>
              <a:buSzPts val="2400"/>
              <a:buFont typeface="Cambria"/>
              <a:buNone/>
            </a:pPr>
            <a:r>
              <a:rPr b="0" i="0" lang="en-IN" sz="2400" u="none" cap="none" strike="noStrike">
                <a:solidFill>
                  <a:srgbClr val="000000"/>
                </a:solidFill>
                <a:latin typeface="Cambria"/>
                <a:ea typeface="Cambria"/>
                <a:cs typeface="Cambria"/>
                <a:sym typeface="Cambria"/>
              </a:rPr>
              <a:t>First node where nodeA == nodeB is the intersection. If none — return null.</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993"/>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138" name="Google Shape;138;p5"/>
          <p:cNvGrpSpPr/>
          <p:nvPr/>
        </p:nvGrpSpPr>
        <p:grpSpPr>
          <a:xfrm>
            <a:off x="0" y="82100"/>
            <a:ext cx="11689200" cy="1028775"/>
            <a:chOff x="0" y="82100"/>
            <a:chExt cx="11689200" cy="1028775"/>
          </a:xfrm>
        </p:grpSpPr>
        <p:pic>
          <p:nvPicPr>
            <p:cNvPr id="139" name="Google Shape;139;p5"/>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40" name="Google Shape;140;p5"/>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p6"/>
          <p:cNvSpPr/>
          <p:nvPr/>
        </p:nvSpPr>
        <p:spPr>
          <a:xfrm>
            <a:off x="887760" y="2753095"/>
            <a:ext cx="10005000" cy="4611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 name="Google Shape;146;p6"/>
          <p:cNvSpPr txBox="1"/>
          <p:nvPr>
            <p:ph type="title"/>
          </p:nvPr>
        </p:nvSpPr>
        <p:spPr>
          <a:xfrm>
            <a:off x="838080" y="1070815"/>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Visualization</a:t>
            </a:r>
            <a:endParaRPr b="0" sz="4000" u="none" strike="noStrike">
              <a:solidFill>
                <a:schemeClr val="dk1"/>
              </a:solidFill>
              <a:latin typeface="Calibri"/>
              <a:ea typeface="Calibri"/>
              <a:cs typeface="Calibri"/>
              <a:sym typeface="Calibri"/>
            </a:endParaRPr>
          </a:p>
        </p:txBody>
      </p:sp>
      <p:sp>
        <p:nvSpPr>
          <p:cNvPr id="147" name="Google Shape;147;p6"/>
          <p:cNvSpPr txBox="1"/>
          <p:nvPr/>
        </p:nvSpPr>
        <p:spPr>
          <a:xfrm>
            <a:off x="1080000" y="2624575"/>
            <a:ext cx="7852200" cy="34158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Two lists intersecting at node X: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List A:  A1 -&gt; A2 -&gt; A3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                         -&gt; X -&gt; X.next -&gt;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List B:       B1 -&gt; B2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Walk alignment (after advancing longer list or via pointer switching):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After advancing longer:</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A3 -&gt; X -&gt;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B2 -&gt; X -&gt; ...</a:t>
            </a:r>
            <a:endParaRPr b="0" i="0" sz="2400" u="none" cap="none" strike="noStrike">
              <a:solidFill>
                <a:srgbClr val="000000"/>
              </a:solidFill>
              <a:latin typeface="Cambria"/>
              <a:ea typeface="Cambria"/>
              <a:cs typeface="Cambria"/>
              <a:sym typeface="Cambria"/>
            </a:endParaRPr>
          </a:p>
        </p:txBody>
      </p:sp>
      <p:grpSp>
        <p:nvGrpSpPr>
          <p:cNvPr id="148" name="Google Shape;148;p6"/>
          <p:cNvGrpSpPr/>
          <p:nvPr/>
        </p:nvGrpSpPr>
        <p:grpSpPr>
          <a:xfrm>
            <a:off x="0" y="82100"/>
            <a:ext cx="11689200" cy="1028775"/>
            <a:chOff x="0" y="82100"/>
            <a:chExt cx="11689200" cy="1028775"/>
          </a:xfrm>
        </p:grpSpPr>
        <p:pic>
          <p:nvPicPr>
            <p:cNvPr id="149" name="Google Shape;149;p6"/>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50" name="Google Shape;150;p6"/>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7"/>
          <p:cNvSpPr txBox="1"/>
          <p:nvPr>
            <p:ph type="title"/>
          </p:nvPr>
        </p:nvSpPr>
        <p:spPr>
          <a:xfrm>
            <a:off x="838080" y="977599"/>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Code Implementation</a:t>
            </a:r>
            <a:endParaRPr b="0" sz="4000" u="none" strike="noStrike">
              <a:solidFill>
                <a:schemeClr val="dk1"/>
              </a:solidFill>
              <a:latin typeface="Calibri"/>
              <a:ea typeface="Calibri"/>
              <a:cs typeface="Calibri"/>
              <a:sym typeface="Calibri"/>
            </a:endParaRPr>
          </a:p>
        </p:txBody>
      </p:sp>
      <p:pic>
        <p:nvPicPr>
          <p:cNvPr id="156" name="Google Shape;156;p7"/>
          <p:cNvPicPr preferRelativeResize="0"/>
          <p:nvPr/>
        </p:nvPicPr>
        <p:blipFill rotWithShape="1">
          <a:blip r:embed="rId4">
            <a:alphaModFix/>
          </a:blip>
          <a:srcRect b="0" l="0" r="0" t="0"/>
          <a:stretch/>
        </p:blipFill>
        <p:spPr>
          <a:xfrm>
            <a:off x="1411246" y="2233933"/>
            <a:ext cx="8275397" cy="3837602"/>
          </a:xfrm>
          <a:prstGeom prst="rect">
            <a:avLst/>
          </a:prstGeom>
          <a:noFill/>
          <a:ln>
            <a:noFill/>
          </a:ln>
        </p:spPr>
      </p:pic>
      <p:grpSp>
        <p:nvGrpSpPr>
          <p:cNvPr id="157" name="Google Shape;157;p7"/>
          <p:cNvGrpSpPr/>
          <p:nvPr/>
        </p:nvGrpSpPr>
        <p:grpSpPr>
          <a:xfrm>
            <a:off x="0" y="82100"/>
            <a:ext cx="11689200" cy="1028775"/>
            <a:chOff x="0" y="82100"/>
            <a:chExt cx="11689200" cy="1028775"/>
          </a:xfrm>
        </p:grpSpPr>
        <p:pic>
          <p:nvPicPr>
            <p:cNvPr id="158" name="Google Shape;158;p7"/>
            <p:cNvPicPr preferRelativeResize="0"/>
            <p:nvPr/>
          </p:nvPicPr>
          <p:blipFill rotWithShape="1">
            <a:blip r:embed="rId5">
              <a:alphaModFix/>
            </a:blip>
            <a:srcRect b="0" l="0" r="0" t="0"/>
            <a:stretch/>
          </p:blipFill>
          <p:spPr>
            <a:xfrm>
              <a:off x="0" y="82100"/>
              <a:ext cx="4684225" cy="1028775"/>
            </a:xfrm>
            <a:prstGeom prst="rect">
              <a:avLst/>
            </a:prstGeom>
            <a:noFill/>
            <a:ln>
              <a:noFill/>
            </a:ln>
          </p:spPr>
        </p:pic>
        <p:sp>
          <p:nvSpPr>
            <p:cNvPr id="159" name="Google Shape;159;p7"/>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36"/>
          <p:cNvSpPr txBox="1"/>
          <p:nvPr>
            <p:ph type="title"/>
          </p:nvPr>
        </p:nvSpPr>
        <p:spPr>
          <a:xfrm>
            <a:off x="838080" y="1403727"/>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Code Implementation</a:t>
            </a:r>
            <a:endParaRPr b="0" sz="4000" u="none" strike="noStrike">
              <a:solidFill>
                <a:schemeClr val="dk1"/>
              </a:solidFill>
              <a:latin typeface="Calibri"/>
              <a:ea typeface="Calibri"/>
              <a:cs typeface="Calibri"/>
              <a:sym typeface="Calibri"/>
            </a:endParaRPr>
          </a:p>
        </p:txBody>
      </p:sp>
      <p:pic>
        <p:nvPicPr>
          <p:cNvPr id="165" name="Google Shape;165;p36"/>
          <p:cNvPicPr preferRelativeResize="0"/>
          <p:nvPr/>
        </p:nvPicPr>
        <p:blipFill rotWithShape="1">
          <a:blip r:embed="rId4">
            <a:alphaModFix/>
          </a:blip>
          <a:srcRect b="0" l="0" r="0" t="0"/>
          <a:stretch/>
        </p:blipFill>
        <p:spPr>
          <a:xfrm>
            <a:off x="1376518" y="2960452"/>
            <a:ext cx="10347079" cy="2834816"/>
          </a:xfrm>
          <a:prstGeom prst="rect">
            <a:avLst/>
          </a:prstGeom>
          <a:noFill/>
          <a:ln>
            <a:noFill/>
          </a:ln>
        </p:spPr>
      </p:pic>
      <p:grpSp>
        <p:nvGrpSpPr>
          <p:cNvPr id="166" name="Google Shape;166;p36"/>
          <p:cNvGrpSpPr/>
          <p:nvPr/>
        </p:nvGrpSpPr>
        <p:grpSpPr>
          <a:xfrm>
            <a:off x="0" y="82100"/>
            <a:ext cx="11689200" cy="1028775"/>
            <a:chOff x="0" y="82100"/>
            <a:chExt cx="11689200" cy="1028775"/>
          </a:xfrm>
        </p:grpSpPr>
        <p:pic>
          <p:nvPicPr>
            <p:cNvPr id="167" name="Google Shape;167;p36"/>
            <p:cNvPicPr preferRelativeResize="0"/>
            <p:nvPr/>
          </p:nvPicPr>
          <p:blipFill rotWithShape="1">
            <a:blip r:embed="rId5">
              <a:alphaModFix/>
            </a:blip>
            <a:srcRect b="0" l="0" r="0" t="0"/>
            <a:stretch/>
          </p:blipFill>
          <p:spPr>
            <a:xfrm>
              <a:off x="0" y="82100"/>
              <a:ext cx="4684225" cy="1028775"/>
            </a:xfrm>
            <a:prstGeom prst="rect">
              <a:avLst/>
            </a:prstGeom>
            <a:noFill/>
            <a:ln>
              <a:noFill/>
            </a:ln>
          </p:spPr>
        </p:pic>
        <p:sp>
          <p:nvSpPr>
            <p:cNvPr id="168" name="Google Shape;168;p36"/>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19"/>
          <p:cNvSpPr txBox="1"/>
          <p:nvPr>
            <p:ph type="title"/>
          </p:nvPr>
        </p:nvSpPr>
        <p:spPr>
          <a:xfrm>
            <a:off x="838200" y="135054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b="1" lang="en-IN" sz="4000">
                <a:latin typeface="Cambria"/>
                <a:ea typeface="Cambria"/>
                <a:cs typeface="Cambria"/>
                <a:sym typeface="Cambria"/>
              </a:rPr>
              <a:t>Output :</a:t>
            </a:r>
            <a:endParaRPr b="1" sz="4000">
              <a:latin typeface="Cambria"/>
              <a:ea typeface="Cambria"/>
              <a:cs typeface="Cambria"/>
              <a:sym typeface="Cambria"/>
            </a:endParaRPr>
          </a:p>
        </p:txBody>
      </p:sp>
      <p:sp>
        <p:nvSpPr>
          <p:cNvPr id="174" name="Google Shape;174;p19"/>
          <p:cNvSpPr/>
          <p:nvPr/>
        </p:nvSpPr>
        <p:spPr>
          <a:xfrm>
            <a:off x="1720646" y="2991203"/>
            <a:ext cx="8111700" cy="31563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5" name="Google Shape;175;p19"/>
          <p:cNvSpPr txBox="1"/>
          <p:nvPr/>
        </p:nvSpPr>
        <p:spPr>
          <a:xfrm>
            <a:off x="1848466" y="3187848"/>
            <a:ext cx="774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400"/>
              <a:buFont typeface="Arial"/>
              <a:buNone/>
            </a:pPr>
            <a:r>
              <a:rPr b="0" i="0" lang="en-IN" sz="2400" u="none" cap="none" strike="noStrike">
                <a:solidFill>
                  <a:schemeClr val="lt1"/>
                </a:solidFill>
                <a:latin typeface="Cambria"/>
                <a:ea typeface="Cambria"/>
                <a:cs typeface="Cambria"/>
                <a:sym typeface="Cambria"/>
              </a:rPr>
              <a:t>Merge Point: 30</a:t>
            </a:r>
            <a:endParaRPr b="0" i="0" sz="1400" u="none" cap="none" strike="noStrike">
              <a:solidFill>
                <a:srgbClr val="000000"/>
              </a:solidFill>
              <a:latin typeface="Arial"/>
              <a:ea typeface="Arial"/>
              <a:cs typeface="Arial"/>
              <a:sym typeface="Arial"/>
            </a:endParaRPr>
          </a:p>
        </p:txBody>
      </p:sp>
      <p:grpSp>
        <p:nvGrpSpPr>
          <p:cNvPr id="176" name="Google Shape;176;p19"/>
          <p:cNvGrpSpPr/>
          <p:nvPr/>
        </p:nvGrpSpPr>
        <p:grpSpPr>
          <a:xfrm>
            <a:off x="0" y="82100"/>
            <a:ext cx="11689200" cy="1028775"/>
            <a:chOff x="0" y="82100"/>
            <a:chExt cx="11689200" cy="1028775"/>
          </a:xfrm>
        </p:grpSpPr>
        <p:pic>
          <p:nvPicPr>
            <p:cNvPr id="177" name="Google Shape;177;p19"/>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78" name="Google Shape;178;p19"/>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sp>
        <p:nvSpPr>
          <p:cNvPr id="183" name="Google Shape;183;p9"/>
          <p:cNvSpPr txBox="1"/>
          <p:nvPr>
            <p:ph type="title"/>
          </p:nvPr>
        </p:nvSpPr>
        <p:spPr>
          <a:xfrm>
            <a:off x="838080" y="1150714"/>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Time &amp; Space Complexity</a:t>
            </a:r>
            <a:endParaRPr b="0" sz="4000" u="none" strike="noStrike">
              <a:solidFill>
                <a:schemeClr val="dk1"/>
              </a:solidFill>
              <a:latin typeface="Calibri"/>
              <a:ea typeface="Calibri"/>
              <a:cs typeface="Calibri"/>
              <a:sym typeface="Calibri"/>
            </a:endParaRPr>
          </a:p>
        </p:txBody>
      </p:sp>
      <p:sp>
        <p:nvSpPr>
          <p:cNvPr id="184" name="Google Shape;184;p9"/>
          <p:cNvSpPr txBox="1"/>
          <p:nvPr/>
        </p:nvSpPr>
        <p:spPr>
          <a:xfrm>
            <a:off x="913320" y="2405674"/>
            <a:ext cx="9886800" cy="24306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The time complexity of the getIntersectionNode function is O(M + N), where M is the length of the first linked list (headA) and N is the length of the second linked list (headB).</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The space complexity of the getIntersectionNode function is O(1).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p:txBody>
      </p:sp>
      <p:grpSp>
        <p:nvGrpSpPr>
          <p:cNvPr id="185" name="Google Shape;185;p9"/>
          <p:cNvGrpSpPr/>
          <p:nvPr/>
        </p:nvGrpSpPr>
        <p:grpSpPr>
          <a:xfrm>
            <a:off x="0" y="82100"/>
            <a:ext cx="11689200" cy="1028775"/>
            <a:chOff x="0" y="82100"/>
            <a:chExt cx="11689200" cy="1028775"/>
          </a:xfrm>
        </p:grpSpPr>
        <p:pic>
          <p:nvPicPr>
            <p:cNvPr id="186" name="Google Shape;186;p9"/>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87" name="Google Shape;187;p9"/>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sp>
        <p:nvSpPr>
          <p:cNvPr id="192" name="Google Shape;192;p10"/>
          <p:cNvSpPr txBox="1"/>
          <p:nvPr>
            <p:ph type="title"/>
          </p:nvPr>
        </p:nvSpPr>
        <p:spPr>
          <a:xfrm>
            <a:off x="838080" y="1044182"/>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Summary</a:t>
            </a:r>
            <a:endParaRPr b="0" sz="4000" u="none" strike="noStrike">
              <a:solidFill>
                <a:schemeClr val="dk1"/>
              </a:solidFill>
              <a:latin typeface="Calibri"/>
              <a:ea typeface="Calibri"/>
              <a:cs typeface="Calibri"/>
              <a:sym typeface="Calibri"/>
            </a:endParaRPr>
          </a:p>
        </p:txBody>
      </p:sp>
      <p:sp>
        <p:nvSpPr>
          <p:cNvPr id="193" name="Google Shape;193;p10"/>
          <p:cNvSpPr txBox="1"/>
          <p:nvPr>
            <p:ph idx="1" type="body"/>
          </p:nvPr>
        </p:nvSpPr>
        <p:spPr>
          <a:xfrm>
            <a:off x="838080" y="2504702"/>
            <a:ext cx="10515300" cy="4350900"/>
          </a:xfrm>
          <a:prstGeom prst="rect">
            <a:avLst/>
          </a:prstGeom>
          <a:noFill/>
          <a:ln>
            <a:noFill/>
          </a:ln>
        </p:spPr>
        <p:txBody>
          <a:bodyPr anchorCtr="0" anchor="t" bIns="45700" lIns="91425" spcFirstLastPara="1" rIns="91425" wrap="square" tIns="45700">
            <a:normAutofit/>
          </a:bodyPr>
          <a:lstStyle/>
          <a:p>
            <a:pPr indent="-228600" lvl="0" marL="228600" marR="0" rtl="0" algn="just">
              <a:lnSpc>
                <a:spcPct val="90000"/>
              </a:lnSpc>
              <a:spcBef>
                <a:spcPts val="0"/>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This algorithm cleverly handles lists of different lengths by "re-routing" the pointers to the head of the other list once they reach the end of their own list. This ensures that both pointers will eventually traverse the same total distance before meeting at the intersection or at NULL. </a:t>
            </a:r>
            <a:endParaRPr b="0" i="0" sz="2400" u="none" cap="none" strike="noStrike">
              <a:solidFill>
                <a:schemeClr val="dk1"/>
              </a:solidFill>
              <a:latin typeface="Calibri"/>
              <a:ea typeface="Calibri"/>
              <a:cs typeface="Calibri"/>
              <a:sym typeface="Calibri"/>
            </a:endParaRPr>
          </a:p>
        </p:txBody>
      </p:sp>
      <p:grpSp>
        <p:nvGrpSpPr>
          <p:cNvPr id="194" name="Google Shape;194;p10"/>
          <p:cNvGrpSpPr/>
          <p:nvPr/>
        </p:nvGrpSpPr>
        <p:grpSpPr>
          <a:xfrm>
            <a:off x="0" y="82100"/>
            <a:ext cx="11689200" cy="1028775"/>
            <a:chOff x="0" y="82100"/>
            <a:chExt cx="11689200" cy="1028775"/>
          </a:xfrm>
        </p:grpSpPr>
        <p:pic>
          <p:nvPicPr>
            <p:cNvPr id="195" name="Google Shape;195;p10"/>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196" name="Google Shape;196;p10"/>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0" name="Shape 200"/>
        <p:cNvGrpSpPr/>
        <p:nvPr/>
      </p:nvGrpSpPr>
      <p:grpSpPr>
        <a:xfrm>
          <a:off x="0" y="0"/>
          <a:ext cx="0" cy="0"/>
          <a:chOff x="0" y="0"/>
          <a:chExt cx="0" cy="0"/>
        </a:xfrm>
      </p:grpSpPr>
      <p:sp>
        <p:nvSpPr>
          <p:cNvPr id="201" name="Google Shape;201;p11"/>
          <p:cNvSpPr txBox="1"/>
          <p:nvPr>
            <p:ph type="title"/>
          </p:nvPr>
        </p:nvSpPr>
        <p:spPr>
          <a:xfrm>
            <a:off x="1041307" y="1755611"/>
            <a:ext cx="10404300" cy="367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mbria"/>
              <a:buNone/>
            </a:pPr>
            <a:r>
              <a:rPr b="1" lang="en-IN" sz="2800" u="none" strike="noStrike">
                <a:solidFill>
                  <a:schemeClr val="dk1"/>
                </a:solidFill>
                <a:latin typeface="Cambria"/>
                <a:ea typeface="Cambria"/>
                <a:cs typeface="Cambria"/>
                <a:sym typeface="Cambria"/>
              </a:rPr>
              <a:t> Problem Statement 1</a:t>
            </a:r>
            <a:endParaRPr b="0" sz="2800" u="none" strike="noStrike">
              <a:solidFill>
                <a:srgbClr val="000000"/>
              </a:solidFill>
              <a:latin typeface="Arial"/>
              <a:ea typeface="Arial"/>
              <a:cs typeface="Arial"/>
              <a:sym typeface="Arial"/>
            </a:endParaRPr>
          </a:p>
        </p:txBody>
      </p:sp>
      <p:sp>
        <p:nvSpPr>
          <p:cNvPr id="202" name="Google Shape;202;p11"/>
          <p:cNvSpPr/>
          <p:nvPr/>
        </p:nvSpPr>
        <p:spPr>
          <a:xfrm>
            <a:off x="4935153" y="2373947"/>
            <a:ext cx="6237000" cy="317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984"/>
              <a:buFont typeface="Arial"/>
              <a:buNone/>
            </a:pPr>
            <a:r>
              <a:rPr b="1" i="0" lang="en-IN" sz="1984" u="none" cap="none" strike="noStrike">
                <a:solidFill>
                  <a:schemeClr val="dk1"/>
                </a:solidFill>
                <a:latin typeface="Cambria"/>
                <a:ea typeface="Cambria"/>
                <a:cs typeface="Cambria"/>
                <a:sym typeface="Cambria"/>
              </a:rPr>
              <a:t>Problem Statement Path:</a:t>
            </a:r>
            <a:endParaRPr b="0" i="0" sz="1984"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984"/>
              <a:buFont typeface="Arial"/>
              <a:buNone/>
            </a:pPr>
            <a:r>
              <a:rPr b="0" i="0" lang="en-IN" sz="1984" u="none" cap="none" strike="noStrike">
                <a:solidFill>
                  <a:schemeClr val="dk1"/>
                </a:solidFill>
                <a:latin typeface="Cambria"/>
                <a:ea typeface="Cambria"/>
                <a:cs typeface="Cambria"/>
                <a:sym typeface="Cambria"/>
              </a:rPr>
              <a:t>Competitive Coding</a:t>
            </a:r>
            <a:endParaRPr b="0" i="0" sz="1984"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984"/>
              <a:buFont typeface="Arial"/>
              <a:buNone/>
            </a:pPr>
            <a:r>
              <a:rPr b="0" i="0" lang="en-IN" sz="1984" u="none" cap="none" strike="noStrike">
                <a:solidFill>
                  <a:schemeClr val="dk1"/>
                </a:solidFill>
                <a:latin typeface="Cambria"/>
                <a:ea typeface="Cambria"/>
                <a:cs typeface="Cambria"/>
                <a:sym typeface="Cambria"/>
              </a:rPr>
              <a:t>Linked List </a:t>
            </a:r>
            <a:endParaRPr b="0" i="0" sz="1984"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984"/>
              <a:buFont typeface="Arial"/>
              <a:buNone/>
            </a:pPr>
            <a:r>
              <a:rPr b="0" i="0" lang="en-IN" sz="1984" u="none" cap="none" strike="noStrike">
                <a:solidFill>
                  <a:schemeClr val="dk1"/>
                </a:solidFill>
                <a:latin typeface="Cambria"/>
                <a:ea typeface="Cambria"/>
                <a:cs typeface="Cambria"/>
                <a:sym typeface="Cambria"/>
              </a:rPr>
              <a:t>Reverse Linked List</a:t>
            </a:r>
            <a:endParaRPr b="0" i="0" sz="1984"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984"/>
              <a:buFont typeface="Arial"/>
              <a:buNone/>
            </a:pPr>
            <a:r>
              <a:t/>
            </a:r>
            <a:endParaRPr b="0" i="0" sz="1984"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984"/>
              <a:buFont typeface="Arial"/>
              <a:buNone/>
            </a:pPr>
            <a:r>
              <a:rPr b="0" i="0" lang="en-IN" sz="1984" u="none" cap="none" strike="noStrike">
                <a:solidFill>
                  <a:schemeClr val="dk1"/>
                </a:solidFill>
                <a:latin typeface="Cambria"/>
                <a:ea typeface="Cambria"/>
                <a:cs typeface="Cambria"/>
                <a:sym typeface="Cambria"/>
              </a:rPr>
              <a:t>Link </a:t>
            </a:r>
            <a:r>
              <a:rPr b="0" i="0" lang="en-IN" sz="1984" u="sng" cap="none" strike="noStrike">
                <a:solidFill>
                  <a:schemeClr val="hlink"/>
                </a:solidFill>
                <a:latin typeface="Cambria"/>
                <a:ea typeface="Cambria"/>
                <a:cs typeface="Cambria"/>
                <a:sym typeface="Cambria"/>
                <a:hlinkClick r:id="rId4"/>
              </a:rPr>
              <a:t>:https://leetcode.com/problems/reverse-linked-list/description/</a:t>
            </a:r>
            <a:r>
              <a:rPr b="0" i="0" lang="en-IN" sz="1984" u="none" cap="none" strike="noStrike">
                <a:solidFill>
                  <a:schemeClr val="dk1"/>
                </a:solidFill>
                <a:latin typeface="Cambria"/>
                <a:ea typeface="Cambria"/>
                <a:cs typeface="Cambria"/>
                <a:sym typeface="Cambria"/>
              </a:rPr>
              <a:t>	</a:t>
            </a:r>
            <a:endParaRPr b="0" i="0" sz="1984" u="none" cap="none" strike="noStrike">
              <a:solidFill>
                <a:srgbClr val="000000"/>
              </a:solidFill>
              <a:latin typeface="Arial"/>
              <a:ea typeface="Arial"/>
              <a:cs typeface="Arial"/>
              <a:sym typeface="Arial"/>
            </a:endParaRPr>
          </a:p>
        </p:txBody>
      </p:sp>
      <p:pic>
        <p:nvPicPr>
          <p:cNvPr id="203" name="Google Shape;203;p11"/>
          <p:cNvPicPr preferRelativeResize="0"/>
          <p:nvPr/>
        </p:nvPicPr>
        <p:blipFill rotWithShape="1">
          <a:blip r:embed="rId5">
            <a:alphaModFix/>
          </a:blip>
          <a:srcRect b="0" l="0" r="0" t="0"/>
          <a:stretch/>
        </p:blipFill>
        <p:spPr>
          <a:xfrm>
            <a:off x="1162825" y="2224196"/>
            <a:ext cx="3649074" cy="4613975"/>
          </a:xfrm>
          <a:prstGeom prst="rect">
            <a:avLst/>
          </a:prstGeom>
          <a:noFill/>
          <a:ln>
            <a:noFill/>
          </a:ln>
        </p:spPr>
      </p:pic>
      <p:sp>
        <p:nvSpPr>
          <p:cNvPr id="204" name="Google Shape;204;p11"/>
          <p:cNvSpPr txBox="1"/>
          <p:nvPr>
            <p:ph type="title"/>
          </p:nvPr>
        </p:nvSpPr>
        <p:spPr>
          <a:xfrm>
            <a:off x="838080" y="684636"/>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a:solidFill>
                  <a:schemeClr val="dk1"/>
                </a:solidFill>
                <a:latin typeface="Cambria"/>
                <a:ea typeface="Cambria"/>
                <a:cs typeface="Cambria"/>
                <a:sym typeface="Cambria"/>
              </a:rPr>
              <a:t>Practice Exercises</a:t>
            </a:r>
            <a:endParaRPr b="0" sz="4000" u="none" strike="noStrike">
              <a:solidFill>
                <a:schemeClr val="dk1"/>
              </a:solidFill>
              <a:latin typeface="Calibri"/>
              <a:ea typeface="Calibri"/>
              <a:cs typeface="Calibri"/>
              <a:sym typeface="Calibri"/>
            </a:endParaRPr>
          </a:p>
        </p:txBody>
      </p:sp>
      <p:grpSp>
        <p:nvGrpSpPr>
          <p:cNvPr id="205" name="Google Shape;205;p11"/>
          <p:cNvGrpSpPr/>
          <p:nvPr/>
        </p:nvGrpSpPr>
        <p:grpSpPr>
          <a:xfrm>
            <a:off x="0" y="82100"/>
            <a:ext cx="11689200" cy="1028775"/>
            <a:chOff x="0" y="82100"/>
            <a:chExt cx="11689200" cy="1028775"/>
          </a:xfrm>
        </p:grpSpPr>
        <p:pic>
          <p:nvPicPr>
            <p:cNvPr id="206" name="Google Shape;206;p11"/>
            <p:cNvPicPr preferRelativeResize="0"/>
            <p:nvPr/>
          </p:nvPicPr>
          <p:blipFill rotWithShape="1">
            <a:blip r:embed="rId6">
              <a:alphaModFix/>
            </a:blip>
            <a:srcRect b="0" l="0" r="0" t="0"/>
            <a:stretch/>
          </p:blipFill>
          <p:spPr>
            <a:xfrm>
              <a:off x="0" y="82100"/>
              <a:ext cx="4684225" cy="1028775"/>
            </a:xfrm>
            <a:prstGeom prst="rect">
              <a:avLst/>
            </a:prstGeom>
            <a:noFill/>
            <a:ln>
              <a:noFill/>
            </a:ln>
          </p:spPr>
        </p:pic>
        <p:sp>
          <p:nvSpPr>
            <p:cNvPr id="207" name="Google Shape;207;p11"/>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37"/>
          <p:cNvSpPr txBox="1"/>
          <p:nvPr>
            <p:ph type="title"/>
          </p:nvPr>
        </p:nvSpPr>
        <p:spPr>
          <a:xfrm>
            <a:off x="1041307" y="1715662"/>
            <a:ext cx="10404300" cy="367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mbria"/>
              <a:buNone/>
            </a:pPr>
            <a:r>
              <a:rPr b="1" lang="en-IN" sz="2800" u="none" strike="noStrike">
                <a:solidFill>
                  <a:schemeClr val="dk1"/>
                </a:solidFill>
                <a:latin typeface="Cambria"/>
                <a:ea typeface="Cambria"/>
                <a:cs typeface="Cambria"/>
                <a:sym typeface="Cambria"/>
              </a:rPr>
              <a:t> Problem Statement 2</a:t>
            </a:r>
            <a:endParaRPr b="0" sz="2800" u="none" strike="noStrike">
              <a:solidFill>
                <a:srgbClr val="000000"/>
              </a:solidFill>
              <a:latin typeface="Arial"/>
              <a:ea typeface="Arial"/>
              <a:cs typeface="Arial"/>
              <a:sym typeface="Arial"/>
            </a:endParaRPr>
          </a:p>
        </p:txBody>
      </p:sp>
      <p:sp>
        <p:nvSpPr>
          <p:cNvPr id="213" name="Google Shape;213;p37"/>
          <p:cNvSpPr txBox="1"/>
          <p:nvPr>
            <p:ph type="title"/>
          </p:nvPr>
        </p:nvSpPr>
        <p:spPr>
          <a:xfrm>
            <a:off x="838080" y="644687"/>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a:solidFill>
                  <a:schemeClr val="dk1"/>
                </a:solidFill>
                <a:latin typeface="Cambria"/>
                <a:ea typeface="Cambria"/>
                <a:cs typeface="Cambria"/>
                <a:sym typeface="Cambria"/>
              </a:rPr>
              <a:t>Practice Exercises</a:t>
            </a:r>
            <a:endParaRPr b="0" sz="4000" u="none" strike="noStrike">
              <a:solidFill>
                <a:schemeClr val="dk1"/>
              </a:solidFill>
              <a:latin typeface="Calibri"/>
              <a:ea typeface="Calibri"/>
              <a:cs typeface="Calibri"/>
              <a:sym typeface="Calibri"/>
            </a:endParaRPr>
          </a:p>
        </p:txBody>
      </p:sp>
      <p:sp>
        <p:nvSpPr>
          <p:cNvPr id="214" name="Google Shape;214;p37"/>
          <p:cNvSpPr/>
          <p:nvPr/>
        </p:nvSpPr>
        <p:spPr>
          <a:xfrm>
            <a:off x="6784258" y="2201590"/>
            <a:ext cx="5002800" cy="4522800"/>
          </a:xfrm>
          <a:prstGeom prst="rect">
            <a:avLst/>
          </a:prstGeom>
          <a:noFill/>
          <a:ln>
            <a:noFill/>
          </a:ln>
        </p:spPr>
        <p:txBody>
          <a:bodyPr anchorCtr="0" anchor="t" bIns="45000" lIns="90000" spcFirstLastPara="1" rIns="90000" wrap="square" tIns="45000">
            <a:spAutoFit/>
          </a:bodyPr>
          <a:lstStyle/>
          <a:p>
            <a:pPr indent="0" lvl="0" marL="0" marR="0" rtl="0" algn="l">
              <a:lnSpc>
                <a:spcPct val="150000"/>
              </a:lnSpc>
              <a:spcBef>
                <a:spcPts val="0"/>
              </a:spcBef>
              <a:spcAft>
                <a:spcPts val="0"/>
              </a:spcAft>
              <a:buClr>
                <a:srgbClr val="000000"/>
              </a:buClr>
              <a:buSzPts val="2400"/>
              <a:buFont typeface="Arial"/>
              <a:buNone/>
            </a:pPr>
            <a:r>
              <a:rPr b="1" i="0" lang="en-IN" sz="2400" u="none" cap="none" strike="noStrike">
                <a:solidFill>
                  <a:schemeClr val="dk1"/>
                </a:solidFill>
                <a:latin typeface="Cambria"/>
                <a:ea typeface="Cambria"/>
                <a:cs typeface="Cambria"/>
                <a:sym typeface="Cambria"/>
              </a:rPr>
              <a:t>Problem Statement Path:</a:t>
            </a:r>
            <a:endParaRPr b="0" i="0" sz="2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Competitive Coding</a:t>
            </a:r>
            <a:endParaRPr b="0" i="0" sz="2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Linked List </a:t>
            </a:r>
            <a:endParaRPr b="0" i="0" sz="2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Linked List Cycle</a:t>
            </a:r>
            <a:endParaRPr b="0" i="0" sz="2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Link:</a:t>
            </a:r>
            <a:r>
              <a:rPr b="0" i="0" lang="en-IN" sz="2400" u="sng" cap="none" strike="noStrike">
                <a:solidFill>
                  <a:srgbClr val="0563C1"/>
                </a:solidFill>
                <a:latin typeface="Cambria"/>
                <a:ea typeface="Cambria"/>
                <a:cs typeface="Cambria"/>
                <a:sym typeface="Cambria"/>
              </a:rPr>
              <a:t> https://leetcode.com/problems/linked-list-cycle/description/</a:t>
            </a:r>
            <a:endParaRPr b="0" i="0" sz="2400" u="none" cap="none" strike="noStrike">
              <a:solidFill>
                <a:srgbClr val="000000"/>
              </a:solidFill>
              <a:latin typeface="Arial"/>
              <a:ea typeface="Arial"/>
              <a:cs typeface="Arial"/>
              <a:sym typeface="Arial"/>
            </a:endParaRPr>
          </a:p>
        </p:txBody>
      </p:sp>
      <p:pic>
        <p:nvPicPr>
          <p:cNvPr id="215" name="Google Shape;215;p37"/>
          <p:cNvPicPr preferRelativeResize="0"/>
          <p:nvPr/>
        </p:nvPicPr>
        <p:blipFill rotWithShape="1">
          <a:blip r:embed="rId4">
            <a:alphaModFix/>
          </a:blip>
          <a:srcRect b="0" l="0" r="0" t="0"/>
          <a:stretch/>
        </p:blipFill>
        <p:spPr>
          <a:xfrm>
            <a:off x="1228025" y="2383750"/>
            <a:ext cx="5134359" cy="4462330"/>
          </a:xfrm>
          <a:prstGeom prst="rect">
            <a:avLst/>
          </a:prstGeom>
          <a:noFill/>
          <a:ln>
            <a:noFill/>
          </a:ln>
        </p:spPr>
      </p:pic>
      <p:grpSp>
        <p:nvGrpSpPr>
          <p:cNvPr id="216" name="Google Shape;216;p37"/>
          <p:cNvGrpSpPr/>
          <p:nvPr/>
        </p:nvGrpSpPr>
        <p:grpSpPr>
          <a:xfrm>
            <a:off x="0" y="82100"/>
            <a:ext cx="11689200" cy="1028775"/>
            <a:chOff x="0" y="82100"/>
            <a:chExt cx="11689200" cy="1028775"/>
          </a:xfrm>
        </p:grpSpPr>
        <p:pic>
          <p:nvPicPr>
            <p:cNvPr id="217" name="Google Shape;217;p37"/>
            <p:cNvPicPr preferRelativeResize="0"/>
            <p:nvPr/>
          </p:nvPicPr>
          <p:blipFill rotWithShape="1">
            <a:blip r:embed="rId5">
              <a:alphaModFix/>
            </a:blip>
            <a:srcRect b="0" l="0" r="0" t="0"/>
            <a:stretch/>
          </p:blipFill>
          <p:spPr>
            <a:xfrm>
              <a:off x="0" y="82100"/>
              <a:ext cx="4684225" cy="1028775"/>
            </a:xfrm>
            <a:prstGeom prst="rect">
              <a:avLst/>
            </a:prstGeom>
            <a:noFill/>
            <a:ln>
              <a:noFill/>
            </a:ln>
          </p:spPr>
        </p:pic>
        <p:sp>
          <p:nvSpPr>
            <p:cNvPr id="218" name="Google Shape;218;p37"/>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p38"/>
          <p:cNvSpPr txBox="1"/>
          <p:nvPr>
            <p:ph type="title"/>
          </p:nvPr>
        </p:nvSpPr>
        <p:spPr>
          <a:xfrm>
            <a:off x="1041307" y="1742295"/>
            <a:ext cx="10404300" cy="367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mbria"/>
              <a:buNone/>
            </a:pPr>
            <a:r>
              <a:rPr b="1" lang="en-IN" sz="2800" u="none" strike="noStrike">
                <a:solidFill>
                  <a:schemeClr val="dk1"/>
                </a:solidFill>
                <a:latin typeface="Cambria"/>
                <a:ea typeface="Cambria"/>
                <a:cs typeface="Cambria"/>
                <a:sym typeface="Cambria"/>
              </a:rPr>
              <a:t> Problem Statement </a:t>
            </a:r>
            <a:r>
              <a:rPr b="1" lang="en-IN" sz="2800">
                <a:solidFill>
                  <a:schemeClr val="dk1"/>
                </a:solidFill>
                <a:latin typeface="Cambria"/>
                <a:ea typeface="Cambria"/>
                <a:cs typeface="Cambria"/>
                <a:sym typeface="Cambria"/>
              </a:rPr>
              <a:t>3</a:t>
            </a:r>
            <a:endParaRPr b="0" sz="2800" u="none" strike="noStrike">
              <a:solidFill>
                <a:srgbClr val="000000"/>
              </a:solidFill>
              <a:latin typeface="Arial"/>
              <a:ea typeface="Arial"/>
              <a:cs typeface="Arial"/>
              <a:sym typeface="Arial"/>
            </a:endParaRPr>
          </a:p>
        </p:txBody>
      </p:sp>
      <p:sp>
        <p:nvSpPr>
          <p:cNvPr id="224" name="Google Shape;224;p38"/>
          <p:cNvSpPr txBox="1"/>
          <p:nvPr>
            <p:ph type="title"/>
          </p:nvPr>
        </p:nvSpPr>
        <p:spPr>
          <a:xfrm>
            <a:off x="838080" y="671320"/>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a:solidFill>
                  <a:schemeClr val="dk1"/>
                </a:solidFill>
                <a:latin typeface="Cambria"/>
                <a:ea typeface="Cambria"/>
                <a:cs typeface="Cambria"/>
                <a:sym typeface="Cambria"/>
              </a:rPr>
              <a:t>Practice Exercises</a:t>
            </a:r>
            <a:endParaRPr b="0" sz="4000" u="none" strike="noStrike">
              <a:solidFill>
                <a:schemeClr val="dk1"/>
              </a:solidFill>
              <a:latin typeface="Calibri"/>
              <a:ea typeface="Calibri"/>
              <a:cs typeface="Calibri"/>
              <a:sym typeface="Calibri"/>
            </a:endParaRPr>
          </a:p>
        </p:txBody>
      </p:sp>
      <p:sp>
        <p:nvSpPr>
          <p:cNvPr id="225" name="Google Shape;225;p38"/>
          <p:cNvSpPr/>
          <p:nvPr/>
        </p:nvSpPr>
        <p:spPr>
          <a:xfrm>
            <a:off x="7094875" y="1908574"/>
            <a:ext cx="5033400" cy="5076900"/>
          </a:xfrm>
          <a:prstGeom prst="rect">
            <a:avLst/>
          </a:prstGeom>
          <a:noFill/>
          <a:ln>
            <a:noFill/>
          </a:ln>
        </p:spPr>
        <p:txBody>
          <a:bodyPr anchorCtr="0" anchor="t" bIns="45000" lIns="90000" spcFirstLastPara="1" rIns="90000" wrap="square" tIns="45000">
            <a:spAutoFit/>
          </a:bodyPr>
          <a:lstStyle/>
          <a:p>
            <a:pPr indent="0" lvl="0" marL="0" marR="0" rtl="0" algn="just">
              <a:lnSpc>
                <a:spcPct val="150000"/>
              </a:lnSpc>
              <a:spcBef>
                <a:spcPts val="0"/>
              </a:spcBef>
              <a:spcAft>
                <a:spcPts val="0"/>
              </a:spcAft>
              <a:buClr>
                <a:srgbClr val="000000"/>
              </a:buClr>
              <a:buSzPts val="2400"/>
              <a:buFont typeface="Arial"/>
              <a:buNone/>
            </a:pPr>
            <a:r>
              <a:rPr b="1" i="0" lang="en-IN" sz="2400" u="none" cap="none" strike="noStrike">
                <a:solidFill>
                  <a:schemeClr val="dk1"/>
                </a:solidFill>
                <a:latin typeface="Cambria"/>
                <a:ea typeface="Cambria"/>
                <a:cs typeface="Cambria"/>
                <a:sym typeface="Cambria"/>
              </a:rPr>
              <a:t>Problem Statement Path:</a:t>
            </a:r>
            <a:endParaRPr b="0" i="0" sz="2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Competitive Coding</a:t>
            </a:r>
            <a:endParaRPr b="0" i="0" sz="2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Linked List </a:t>
            </a:r>
            <a:endParaRPr b="0" i="0" sz="2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Remove Linked List Elements</a:t>
            </a:r>
            <a:endParaRPr b="0" i="0" sz="2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400"/>
              <a:buFont typeface="Arial"/>
              <a:buNone/>
            </a:pPr>
            <a:r>
              <a:rPr b="0" i="0" lang="en-IN" sz="2400" u="none" cap="none" strike="noStrike">
                <a:solidFill>
                  <a:schemeClr val="dk1"/>
                </a:solidFill>
                <a:latin typeface="Cambria"/>
                <a:ea typeface="Cambria"/>
                <a:cs typeface="Cambria"/>
                <a:sym typeface="Cambria"/>
              </a:rPr>
              <a:t>Link: </a:t>
            </a:r>
            <a:r>
              <a:rPr b="0" i="0" lang="en-IN" sz="2400" u="sng" cap="none" strike="noStrike">
                <a:solidFill>
                  <a:schemeClr val="hlink"/>
                </a:solidFill>
                <a:latin typeface="Cambria"/>
                <a:ea typeface="Cambria"/>
                <a:cs typeface="Cambria"/>
                <a:sym typeface="Cambria"/>
                <a:hlinkClick r:id="rId4"/>
              </a:rPr>
              <a:t>https://leetcode.com/problems/remove-linked-list-elements/description/</a:t>
            </a:r>
            <a:endParaRPr b="0" i="0" sz="2400" u="none" cap="none" strike="noStrike">
              <a:solidFill>
                <a:srgbClr val="000000"/>
              </a:solidFill>
              <a:latin typeface="Arial"/>
              <a:ea typeface="Arial"/>
              <a:cs typeface="Arial"/>
              <a:sym typeface="Arial"/>
            </a:endParaRPr>
          </a:p>
        </p:txBody>
      </p:sp>
      <p:pic>
        <p:nvPicPr>
          <p:cNvPr id="226" name="Google Shape;226;p38"/>
          <p:cNvPicPr preferRelativeResize="0"/>
          <p:nvPr/>
        </p:nvPicPr>
        <p:blipFill rotWithShape="1">
          <a:blip r:embed="rId5">
            <a:alphaModFix/>
          </a:blip>
          <a:srcRect b="0" l="0" r="0" t="0"/>
          <a:stretch/>
        </p:blipFill>
        <p:spPr>
          <a:xfrm>
            <a:off x="1122227" y="2344455"/>
            <a:ext cx="5958261" cy="4205098"/>
          </a:xfrm>
          <a:prstGeom prst="rect">
            <a:avLst/>
          </a:prstGeom>
          <a:noFill/>
          <a:ln>
            <a:noFill/>
          </a:ln>
        </p:spPr>
      </p:pic>
      <p:grpSp>
        <p:nvGrpSpPr>
          <p:cNvPr id="227" name="Google Shape;227;p38"/>
          <p:cNvGrpSpPr/>
          <p:nvPr/>
        </p:nvGrpSpPr>
        <p:grpSpPr>
          <a:xfrm>
            <a:off x="0" y="82100"/>
            <a:ext cx="11689200" cy="1028775"/>
            <a:chOff x="0" y="82100"/>
            <a:chExt cx="11689200" cy="1028775"/>
          </a:xfrm>
        </p:grpSpPr>
        <p:pic>
          <p:nvPicPr>
            <p:cNvPr id="228" name="Google Shape;228;p38"/>
            <p:cNvPicPr preferRelativeResize="0"/>
            <p:nvPr/>
          </p:nvPicPr>
          <p:blipFill rotWithShape="1">
            <a:blip r:embed="rId6">
              <a:alphaModFix/>
            </a:blip>
            <a:srcRect b="0" l="0" r="0" t="0"/>
            <a:stretch/>
          </p:blipFill>
          <p:spPr>
            <a:xfrm>
              <a:off x="0" y="82100"/>
              <a:ext cx="4684225" cy="1028775"/>
            </a:xfrm>
            <a:prstGeom prst="rect">
              <a:avLst/>
            </a:prstGeom>
            <a:noFill/>
            <a:ln>
              <a:noFill/>
            </a:ln>
          </p:spPr>
        </p:pic>
        <p:sp>
          <p:nvSpPr>
            <p:cNvPr id="229" name="Google Shape;229;p38"/>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 name="Shape 233"/>
        <p:cNvGrpSpPr/>
        <p:nvPr/>
      </p:nvGrpSpPr>
      <p:grpSpPr>
        <a:xfrm>
          <a:off x="0" y="0"/>
          <a:ext cx="0" cy="0"/>
          <a:chOff x="0" y="0"/>
          <a:chExt cx="0" cy="0"/>
        </a:xfrm>
      </p:grpSpPr>
      <p:sp>
        <p:nvSpPr>
          <p:cNvPr id="234" name="Google Shape;234;p20"/>
          <p:cNvSpPr txBox="1"/>
          <p:nvPr>
            <p:ph type="title"/>
          </p:nvPr>
        </p:nvSpPr>
        <p:spPr>
          <a:xfrm>
            <a:off x="1523880" y="2026800"/>
            <a:ext cx="9143640" cy="238716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7000"/>
              <a:buFont typeface="Cambria"/>
              <a:buNone/>
            </a:pPr>
            <a:r>
              <a:rPr b="1" lang="en-IN" sz="7000" u="none" strike="noStrike">
                <a:solidFill>
                  <a:schemeClr val="dk1"/>
                </a:solidFill>
                <a:latin typeface="Cambria"/>
                <a:ea typeface="Cambria"/>
                <a:cs typeface="Cambria"/>
                <a:sym typeface="Cambria"/>
              </a:rPr>
              <a:t>Thanks</a:t>
            </a:r>
            <a:endParaRPr b="0" sz="7000" u="none" strike="noStrike">
              <a:solidFill>
                <a:schemeClr val="dk1"/>
              </a:solidFill>
              <a:latin typeface="Calibri"/>
              <a:ea typeface="Calibri"/>
              <a:cs typeface="Calibri"/>
              <a:sym typeface="Calibri"/>
            </a:endParaRPr>
          </a:p>
        </p:txBody>
      </p:sp>
      <p:grpSp>
        <p:nvGrpSpPr>
          <p:cNvPr id="235" name="Google Shape;235;p20"/>
          <p:cNvGrpSpPr/>
          <p:nvPr/>
        </p:nvGrpSpPr>
        <p:grpSpPr>
          <a:xfrm>
            <a:off x="0" y="82100"/>
            <a:ext cx="11689200" cy="1028775"/>
            <a:chOff x="0" y="82100"/>
            <a:chExt cx="11689200" cy="1028775"/>
          </a:xfrm>
        </p:grpSpPr>
        <p:pic>
          <p:nvPicPr>
            <p:cNvPr id="236" name="Google Shape;236;p20"/>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237" name="Google Shape;237;p20"/>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IN" sz="1800"/>
                <a:t>Artificial Intelligence &amp; Data Science</a:t>
              </a:r>
              <a:endParaRPr b="1" i="0" sz="18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2025-10-28T09:21:51Z</dcterms:created>
  <dc:creator>Prakash K. P.</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18</vt:i4>
  </property>
</Properties>
</file>