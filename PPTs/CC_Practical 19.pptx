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PLur7UhWGwPaCGEF9AyWLd3dY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C41CBF-4D2E-442B-94E3-9A6BF4698760}">
  <a:tblStyle styleId="{FCC41CBF-4D2E-442B-94E3-9A6BF469876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F57CF0DB-811F-4154-917A-0D1817DD1703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9bec2c6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99bec2c65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hyperlink" Target="https://leetcode.com/problems/two-sum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hyperlink" Target="https://leetcode.com/problems/implement-queue-using-stacks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99bec2c658_0_6"/>
          <p:cNvGrpSpPr/>
          <p:nvPr/>
        </p:nvGrpSpPr>
        <p:grpSpPr>
          <a:xfrm>
            <a:off x="0" y="82100"/>
            <a:ext cx="11689200" cy="1028775"/>
            <a:chOff x="0" y="82100"/>
            <a:chExt cx="11689200" cy="1028775"/>
          </a:xfrm>
        </p:grpSpPr>
        <p:pic>
          <p:nvPicPr>
            <p:cNvPr id="85" name="Google Shape;85;g399bec2c658_0_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82100"/>
              <a:ext cx="4684225" cy="1028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g399bec2c658_0_6"/>
            <p:cNvSpPr txBox="1"/>
            <p:nvPr/>
          </p:nvSpPr>
          <p:spPr>
            <a:xfrm>
              <a:off x="6033600" y="431953"/>
              <a:ext cx="5655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lang="en-IN" sz="1800"/>
                <a:t>Artificial Intelligence &amp; Data Science     </a:t>
              </a:r>
              <a:endPara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g399bec2c658_0_6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99bec2c658_0_6"/>
          <p:cNvSpPr txBox="1"/>
          <p:nvPr/>
        </p:nvSpPr>
        <p:spPr>
          <a:xfrm>
            <a:off x="457000" y="2463638"/>
            <a:ext cx="10932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Two Sum using HashMap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g399bec2c658_0_6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4" name="Google Shape;94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{FCC41CBF-4D2E-442B-94E3-9A6BF4698760}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5" name="Google Shape;95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{FCC41CBF-4D2E-442B-94E3-9A6BF4698760}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Two Sum using HashMap</a:t>
                      </a:r>
                      <a:endParaRPr b="1" sz="1800" u="none" cap="none" strike="noStrike">
                        <a:solidFill>
                          <a:srgbClr val="0070C0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6" name="Google Shape;96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{FCC41CBF-4D2E-442B-94E3-9A6BF4698760}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use a HashMap for fast element retrieval from an array.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identify two elements whose sum equals the given target.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return the indices of the matched pair.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optimize the solution from O(n²) to O(n) using hashing.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7" name="Google Shape;97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85783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38200" y="231833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to find two numbers in an array whose sum equals a given target value.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824883" y="75130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824883" y="2076867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HashMap?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HashMap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stores elements as </a:t>
            </a:r>
            <a:r>
              <a:rPr i="1" lang="en-IN" sz="2400">
                <a:latin typeface="Cambria"/>
                <a:ea typeface="Cambria"/>
                <a:cs typeface="Cambria"/>
                <a:sym typeface="Cambria"/>
              </a:rPr>
              <a:t>(key, value)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pairs.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We can store each number’s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complement (target – num)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while traversing the array.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Lookup in HashMap is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O(1)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→ efficient solution.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Applications: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Pair matching problems.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Detecting complement elements in arrays.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Financial or resource allocation checks (sum validation).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2103500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Brute Force: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Check every pair using 2 loops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Time Complexity: O(n²) ❌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Optimized Approach: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Use a HashMap to store values and their indices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Check if target – currentValue exists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Time Complexity: O(n) ✅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838200" y="95105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838200" y="2411551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1. Create a HashMap &lt;Integer, Integer&gt;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2.  Loop through array elements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3. For each element: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complement = target – current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429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If complement exists in HashMap → return both indices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4. Else insert element and index into HashMap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5. If no pair found → Print "No Match Found"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887895" y="2566805"/>
            <a:ext cx="1000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Example: Array = [2, 7, 11, 15], Target = 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 txBox="1"/>
          <p:nvPr>
            <p:ph type="title"/>
          </p:nvPr>
        </p:nvSpPr>
        <p:spPr>
          <a:xfrm>
            <a:off x="838200" y="88446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graphicFrame>
        <p:nvGraphicFramePr>
          <p:cNvPr id="128" name="Google Shape;128;p7"/>
          <p:cNvGraphicFramePr/>
          <p:nvPr/>
        </p:nvGraphicFramePr>
        <p:xfrm>
          <a:off x="1023785" y="39458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{F57CF0DB-811F-4154-917A-0D1817DD1703}</a:tableStyleId>
              </a:tblPr>
              <a:tblGrid>
                <a:gridCol w="1326125"/>
                <a:gridCol w="1897625"/>
                <a:gridCol w="2477725"/>
                <a:gridCol w="2414075"/>
                <a:gridCol w="20288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Step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Current Num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Complement (target - num)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Present in Map?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Map State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❌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{2=0}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7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✅ Found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{2=0, 7=1}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29" name="Google Shape;129;p7"/>
          <p:cNvSpPr txBox="1"/>
          <p:nvPr/>
        </p:nvSpPr>
        <p:spPr>
          <a:xfrm>
            <a:off x="912476" y="5802199"/>
            <a:ext cx="1000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Pair found → Indices [0, 1] → Values (2, 7)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838200" y="80457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4">
            <a:alphaModFix/>
          </a:blip>
          <a:srcRect b="0" l="0" r="0" t="958"/>
          <a:stretch/>
        </p:blipFill>
        <p:spPr>
          <a:xfrm>
            <a:off x="1752172" y="2386232"/>
            <a:ext cx="8687654" cy="3814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17770" y="2153265"/>
            <a:ext cx="9008744" cy="2551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/>
          <p:nvPr>
            <p:ph type="title"/>
          </p:nvPr>
        </p:nvSpPr>
        <p:spPr>
          <a:xfrm>
            <a:off x="838200" y="117743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lang="en-IN" sz="4000">
                <a:latin typeface="Cambria"/>
                <a:ea typeface="Cambria"/>
                <a:cs typeface="Cambria"/>
                <a:sym typeface="Cambria"/>
              </a:rPr>
              <a:t>Output</a:t>
            </a:r>
            <a:endParaRPr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6" name="Google Shape;146;p10"/>
          <p:cNvSpPr txBox="1"/>
          <p:nvPr>
            <p:ph idx="1" type="body"/>
          </p:nvPr>
        </p:nvSpPr>
        <p:spPr>
          <a:xfrm>
            <a:off x="2369574" y="2502995"/>
            <a:ext cx="4886700" cy="216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Array: [2, 7, 11, 15]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Target: 9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Indices: [0, 1]</a:t>
            </a:r>
            <a:endParaRPr sz="24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/>
          <p:nvPr>
            <p:ph type="title"/>
          </p:nvPr>
        </p:nvSpPr>
        <p:spPr>
          <a:xfrm>
            <a:off x="851517" y="131059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sp>
        <p:nvSpPr>
          <p:cNvPr id="152" name="Google Shape;152;p11"/>
          <p:cNvSpPr txBox="1"/>
          <p:nvPr/>
        </p:nvSpPr>
        <p:spPr>
          <a:xfrm>
            <a:off x="1203019" y="2728972"/>
            <a:ext cx="7737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Time Complexity: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O(n) — single pass</a:t>
            </a:r>
            <a:b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Space Complexity:</a:t>
            </a:r>
            <a:r>
              <a:rPr b="0" i="0" lang="en-IN" sz="2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O(n) — HashMap storage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/>
          <p:nvPr>
            <p:ph type="title"/>
          </p:nvPr>
        </p:nvSpPr>
        <p:spPr>
          <a:xfrm>
            <a:off x="838200" y="97768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58" name="Google Shape;158;p12"/>
          <p:cNvSpPr txBox="1"/>
          <p:nvPr>
            <p:ph idx="1" type="body"/>
          </p:nvPr>
        </p:nvSpPr>
        <p:spPr>
          <a:xfrm>
            <a:off x="838200" y="2438184"/>
            <a:ext cx="10515600" cy="20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Efficient method to search pair adding up to target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Uses HashMap for instant lookup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Suitable for large inputs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One-pass solution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>
            <p:ph type="title"/>
          </p:nvPr>
        </p:nvSpPr>
        <p:spPr>
          <a:xfrm>
            <a:off x="838200" y="79125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64" name="Google Shape;164;p13"/>
          <p:cNvSpPr txBox="1"/>
          <p:nvPr>
            <p:ph idx="1" type="body"/>
          </p:nvPr>
        </p:nvSpPr>
        <p:spPr>
          <a:xfrm>
            <a:off x="838200" y="225175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✅ Advantage: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Eliminates nested loops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Guaranteed faster performance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228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📌 Use Cases: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E-Commerce cart matching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Financial security validation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Data search operations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/>
          <p:nvPr>
            <p:ph type="title"/>
          </p:nvPr>
        </p:nvSpPr>
        <p:spPr>
          <a:xfrm>
            <a:off x="838200" y="76462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0" name="Google Shape;170;p14"/>
          <p:cNvSpPr txBox="1"/>
          <p:nvPr>
            <p:ph idx="1" type="body"/>
          </p:nvPr>
        </p:nvSpPr>
        <p:spPr>
          <a:xfrm>
            <a:off x="838200" y="222512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1. Two Sum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#1</a:t>
            </a:r>
            <a:endParaRPr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https://leetcode.com/problems/two-sum/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indices using HashMap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Most frequent interview question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type="title"/>
          </p:nvPr>
        </p:nvSpPr>
        <p:spPr>
          <a:xfrm>
            <a:off x="838200" y="81788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6" name="Google Shape;176;p15"/>
          <p:cNvSpPr txBox="1"/>
          <p:nvPr>
            <p:ph idx="1" type="body"/>
          </p:nvPr>
        </p:nvSpPr>
        <p:spPr>
          <a:xfrm>
            <a:off x="838200" y="2278386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2. Implement Queue using Stacks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— </a:t>
            </a:r>
            <a:r>
              <a:rPr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#232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 https://leetcode.com/problems/implement-queue-using-stacks/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Implement a queue using one or two stacks.</a:t>
            </a:r>
            <a:endParaRPr sz="2400"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400"/>
              <a:buNone/>
            </a:pPr>
            <a:r>
              <a:rPr b="1"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your stack understanding by reversing the logic.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Prakash K. P.</dc:creator>
</cp:coreProperties>
</file>