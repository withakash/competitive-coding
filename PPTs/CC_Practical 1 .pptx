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ijxRVDqpy0knIHJ+aGwaShycv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A6EB90-CE40-46C5-942A-8DD4485CDDF0}">
  <a:tblStyle styleId="{BAA6EB90-CE40-46C5-942A-8DD4485CDD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A9312A-83D3-4916-A1E1-AB4B53C3DB5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D7B5BD-E53B-02AB-B78F-ACF73C4786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Artificial Intelligence &amp; Data Science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1C848-686E-96CE-963B-CBB577E1F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5A504-2C9F-436E-A725-6CD92FA04DE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7F20A-6E1F-67D8-2895-94112BC74B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08E2B-9C92-B558-A3BE-3E6471909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23ADC-5BD2-437D-9C4F-CD4F10BED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9625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6" name="Google Shape;2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b79e015a_0_28"/>
          <p:cNvSpPr/>
          <p:nvPr/>
        </p:nvSpPr>
        <p:spPr>
          <a:xfrm>
            <a:off x="5" y="1955845"/>
            <a:ext cx="12184856" cy="1938814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99b79e015a_0_28"/>
          <p:cNvSpPr/>
          <p:nvPr/>
        </p:nvSpPr>
        <p:spPr>
          <a:xfrm>
            <a:off x="804637" y="2256535"/>
            <a:ext cx="10516800" cy="13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IN" sz="4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4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IN" sz="4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399b79e015a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0340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in-stack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implement-queue-using-stack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9" name="Google Shape;89;p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"/>
            <p:cNvSpPr txBox="1"/>
            <p:nvPr/>
          </p:nvSpPr>
          <p:spPr>
            <a:xfrm>
              <a:off x="6033600" y="431953"/>
              <a:ext cx="56556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r"/>
              <a:r>
                <a:rPr lang="en-US" sz="1800" b="1" dirty="0"/>
                <a:t>Artificial Intelligence &amp; Data Science</a:t>
              </a:r>
              <a:endParaRPr sz="1800" b="1" dirty="0"/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5" y="1955845"/>
            <a:ext cx="12184856" cy="1938814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78600" y="2226077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Implementation of MINSTACK (Minimum Stack)</a:t>
            </a:r>
            <a:endParaRPr sz="4000" b="1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lang="en-IN" sz="106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{BAA6EB90-CE40-46C5-942A-8DD4485CDDF0}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461074" y="2746276"/>
          <a:ext cx="9059450" cy="701040"/>
        </p:xfrm>
        <a:graphic>
          <a:graphicData uri="http://schemas.openxmlformats.org/drawingml/2006/table">
            <a:tbl>
              <a:tblPr>
                <a:noFill/>
                <a:tableStyleId>{BAA6EB90-CE40-46C5-942A-8DD4485CDDF0}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MINSTACK (Minimum Stack)</a:t>
                      </a:r>
                      <a:endParaRPr sz="1400" u="none" strike="noStrike" cap="none"/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0" name="Google Shape;100;p2"/>
          <p:cNvGraphicFramePr/>
          <p:nvPr/>
        </p:nvGraphicFramePr>
        <p:xfrm>
          <a:off x="1471065" y="3595291"/>
          <a:ext cx="9039450" cy="1752600"/>
        </p:xfrm>
        <a:graphic>
          <a:graphicData uri="http://schemas.openxmlformats.org/drawingml/2006/table">
            <a:tbl>
              <a:tblPr>
                <a:noFill/>
                <a:tableStyleId>{BAA6EB90-CE40-46C5-942A-8DD4485CDDF0}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stack supporting push, pop, top, display, and getMin operations.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overflow and underflow conditions.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construct a stack of N capacity.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retrieve the minimum element in O(1) time using an auxiliary stack.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Google Shape;101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F3E1C3DE-5DC7-6EB1-F43A-5B22113E2D53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838200" y="113024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838200" y="259074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implementing a MINSTACK which should support operations like push, pop, overflow, underflow, display.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1. Construct a stack of N-capacity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2. Push elements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3. Pop elements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4. Top element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5. Retrieve the min element from the stack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66736F94-78D8-7E82-5D7C-DBB1718BEF3F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838200" y="7086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body" idx="1"/>
          </p:nvPr>
        </p:nvSpPr>
        <p:spPr>
          <a:xfrm>
            <a:off x="838200" y="2034213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Stack follows the LIFO (Last In, First Out) principle.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Common operations: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Push: Insert element at top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Pop: Remove element from top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Peek / Top: View top element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Why MINSTACK?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MinStack is an enhanced stack that also allows quick retrieval of the minimum element at any time.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Naively, finding the minimum requires O(n) scanning.</a:t>
            </a:r>
            <a:endParaRPr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Using an auxiliary stack, we can track the minimum in O(1) time.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880BD7C7-F4FE-72DD-E8C2-763A459546CF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838200" y="75549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838200" y="221599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Create two stacks – mainStack and minStack.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Push(x):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x onto mainStack.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minStack is empty or x &lt;= minStack.top(), push x onto minStack.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3. Pop():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mainStack is empty → Underflow.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element from mainStack.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popped element equals minStack.top(), also pop from minStack.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5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7214783C-6572-474B-D109-823F1A38D061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838200" y="8647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838200" y="232529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Top():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Return the top of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mainStack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if not empty.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</a:t>
            </a:r>
            <a:r>
              <a:rPr lang="en-IN" b="1" dirty="0" err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GetMin</a:t>
            </a:r>
            <a:r>
              <a:rPr lang="en-IN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():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Return top of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minStack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(it stores the minimum so far).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Display():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Print all elements of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mainStack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from top to bottom.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5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A1E84574-4783-DD29-85D1-EFCC37536A50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7"/>
          <p:cNvGraphicFramePr/>
          <p:nvPr/>
        </p:nvGraphicFramePr>
        <p:xfrm>
          <a:off x="987285" y="3715981"/>
          <a:ext cx="10194250" cy="2194620"/>
        </p:xfrm>
        <a:graphic>
          <a:graphicData uri="http://schemas.openxmlformats.org/drawingml/2006/table">
            <a:tbl>
              <a:tblPr>
                <a:noFill/>
                <a:tableStyleId>{87A9312A-83D3-4916-A1E1-AB4B53C3DB5D}</a:tableStyleId>
              </a:tblPr>
              <a:tblGrid>
                <a:gridCol w="203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mainStack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minStack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push(5)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push(2)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push(8)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[5,2,8]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pop()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getMin()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✅ 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6" name="Google Shape;146;p7"/>
          <p:cNvSpPr txBox="1"/>
          <p:nvPr/>
        </p:nvSpPr>
        <p:spPr>
          <a:xfrm>
            <a:off x="887895" y="2859428"/>
            <a:ext cx="1000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push → 5, 3, 7, 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838200" y="117709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F693D8D9-3D1B-4100-157C-47ABD316D5CA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838200" y="6461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8314" y="1732179"/>
            <a:ext cx="8513168" cy="51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F854ED9D-CE1A-2DFB-98CC-930BBE16DFD6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9633" y="1232158"/>
            <a:ext cx="9650172" cy="5001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0;p1">
            <a:extLst>
              <a:ext uri="{FF2B5EF4-FFF2-40B4-BE49-F238E27FC236}">
                <a16:creationId xmlns:a16="http://schemas.microsoft.com/office/drawing/2014/main" id="{59D89C44-A038-4DFB-5BA3-D981B88ADD73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xfrm>
            <a:off x="838200" y="9272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1720645" y="2567912"/>
            <a:ext cx="8111700" cy="3156300"/>
          </a:xfrm>
          <a:prstGeom prst="rect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1848465" y="2764557"/>
            <a:ext cx="7747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Top: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E22D82FA-A9D3-A760-4912-CE2351366214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838200" y="9272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83" name="Google Shape;183;p13"/>
          <p:cNvGraphicFramePr/>
          <p:nvPr/>
        </p:nvGraphicFramePr>
        <p:xfrm>
          <a:off x="1043609" y="2794259"/>
          <a:ext cx="9929200" cy="2377470"/>
        </p:xfrm>
        <a:graphic>
          <a:graphicData uri="http://schemas.openxmlformats.org/drawingml/2006/table">
            <a:tbl>
              <a:tblPr>
                <a:noFill/>
                <a:tableStyleId>{87A9312A-83D3-4916-A1E1-AB4B53C3DB5D}</a:tableStyleId>
              </a:tblPr>
              <a:tblGrid>
                <a:gridCol w="298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Push/Pop/Top/getMin</a:t>
                      </a:r>
                      <a:endParaRPr sz="2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Constant access; Fixed arrays.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Display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Linear print.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5" name="Google Shape;1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40CB4244-69FF-62FA-CDC3-DBB0D760121C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>
            <a:spLocks noGrp="1"/>
          </p:cNvSpPr>
          <p:nvPr>
            <p:ph type="title"/>
          </p:nvPr>
        </p:nvSpPr>
        <p:spPr>
          <a:xfrm>
            <a:off x="838200" y="77110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body" idx="1"/>
          </p:nvPr>
        </p:nvSpPr>
        <p:spPr>
          <a:xfrm>
            <a:off x="838200" y="223160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MinStack is an improved version of a normal stack that supports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push(), pop(), top(),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getMin()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operations — all in O(1) time.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uses two stacks: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a. mainStack stores all elements.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b. minStack tracks the minimum value at each level.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push(), if the new element ≤ current minimum, it’s also pushed into minStack.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pop(), if the popped element equals the top of minStack, both are popped.   getMin() simply returns the top of minStack, giving the minimum instantly.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3A2A58E7-F4D9-A287-6EF2-8F9B78EEDEBC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>
            <a:spLocks noGrp="1"/>
          </p:cNvSpPr>
          <p:nvPr>
            <p:ph type="title"/>
          </p:nvPr>
        </p:nvSpPr>
        <p:spPr>
          <a:xfrm>
            <a:off x="838200" y="8960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1"/>
          </p:nvPr>
        </p:nvSpPr>
        <p:spPr>
          <a:xfrm>
            <a:off x="838200" y="235652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approach keeps all operations fast and efficient (O(1) time, O(n) space).</a:t>
            </a:r>
            <a:endParaRPr/>
          </a:p>
          <a:p>
            <a:pPr marL="228600" lvl="0" indent="-76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Advantage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No need to traverse the stack to find the minimum.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Use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Case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 Ideal for real-time applications where frequent min lookups are required.</a:t>
            </a:r>
            <a:endParaRPr/>
          </a:p>
        </p:txBody>
      </p:sp>
      <p:pic>
        <p:nvPicPr>
          <p:cNvPr id="203" name="Google Shape;2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915058B1-EFCC-6A3D-6E87-9716C804CA38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838200" y="8335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body" idx="1"/>
          </p:nvPr>
        </p:nvSpPr>
        <p:spPr>
          <a:xfrm>
            <a:off x="838200" y="229406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1. Min Stack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#155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>
                <a:solidFill>
                  <a:schemeClr val="hlink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https://leetcode.com/problems/min-stack/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Implement a stack that supports push(), pop(), top(), and getMin() in O(1).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2" name="Google Shape;2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7EFAA14F-3D52-A60F-AC62-9F0D9EFF596C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title"/>
          </p:nvPr>
        </p:nvSpPr>
        <p:spPr>
          <a:xfrm>
            <a:off x="838200" y="8179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838200" y="22784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2. Implement Queue using Stacks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#232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>
                <a:solidFill>
                  <a:schemeClr val="hlink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https://leetcode.com/problems/implement-queue-using-stacks/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: Implement a queue using one or two stacks.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b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Strengthens your stack understanding by reversing the logic.</a:t>
            </a:r>
            <a:endParaRPr/>
          </a:p>
        </p:txBody>
      </p:sp>
      <p:pic>
        <p:nvPicPr>
          <p:cNvPr id="221" name="Google Shape;2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A2583BB6-39D6-CD3F-BE0F-9306B4FA13E5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9" name="Google Shape;2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C6A50C5D-4387-BACE-5B16-D4A0AFA40784}"/>
              </a:ext>
            </a:extLst>
          </p:cNvPr>
          <p:cNvSpPr txBox="1"/>
          <p:nvPr/>
        </p:nvSpPr>
        <p:spPr>
          <a:xfrm>
            <a:off x="6033600" y="431953"/>
            <a:ext cx="5655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800" b="1" dirty="0"/>
              <a:t>Artificial Intelligence &amp; Data Science</a:t>
            </a:r>
            <a:endParaRPr sz="1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Widescreen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Problem Statement: </vt:lpstr>
      <vt:lpstr>Concept</vt:lpstr>
      <vt:lpstr>Algorithm/Logic</vt:lpstr>
      <vt:lpstr>Algorithm/Logic</vt:lpstr>
      <vt:lpstr>Visualization</vt:lpstr>
      <vt:lpstr>Code Implementation</vt:lpstr>
      <vt:lpstr>PowerPoint Presentation</vt:lpstr>
      <vt:lpstr>Output :</vt:lpstr>
      <vt:lpstr>Time &amp; Space Complexity</vt:lpstr>
      <vt:lpstr>Summary</vt:lpstr>
      <vt:lpstr>Summary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1</cp:revision>
  <dcterms:created xsi:type="dcterms:W3CDTF">2025-10-28T09:21:51Z</dcterms:created>
  <dcterms:modified xsi:type="dcterms:W3CDTF">2025-11-19T11:14:18Z</dcterms:modified>
</cp:coreProperties>
</file>