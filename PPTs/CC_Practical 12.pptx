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6cMP5nemyS4wS4XjUdrKtgyf8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362D67-0CA1-4C6F-AAE3-47741F9E08F0}">
  <a:tblStyle styleId="{50362D67-0CA1-4C6F-AAE3-47741F9E08F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49f50371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a49f503717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49f503717_0_10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g3a49f503717_0_10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g3a49f503717_0_10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a49f503717_0_10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3a49f503717_0_10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49f503717_0_10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a49f503717_0_10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3a49f503717_0_10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3a49f503717_0_10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a49f503717_0_10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a49f503717_0_11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a49f503717_0_11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g3a49f503717_0_11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a49f503717_0_1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a49f503717_0_1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49f503717_0_1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3a49f503717_0_121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g3a49f503717_0_121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g3a49f503717_0_1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g3a49f503717_0_1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a49f503717_0_1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49f503717_0_128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a49f503717_0_128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g3a49f503717_0_128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g3a49f503717_0_128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g3a49f503717_0_128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g3a49f503717_0_12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3a49f503717_0_12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a49f503717_0_1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49f503717_0_1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3a49f503717_0_13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a49f503717_0_13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a49f503717_0_1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49f503717_0_14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a49f503717_0_14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a49f503717_0_1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49f503717_0_146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a49f503717_0_146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g3a49f503717_0_146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g3a49f503717_0_14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a49f503717_0_14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a49f503717_0_1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49f503717_0_15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a49f503717_0_153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3a49f503717_0_153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g3a49f503717_0_15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a49f503717_0_15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a49f503717_0_1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49f503717_0_16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a49f503717_0_160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g3a49f503717_0_1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a49f503717_0_1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a49f503717_0_1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49f503717_0_166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a49f503717_0_166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g3a49f503717_0_16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a49f503717_0_16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3a49f503717_0_16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49f503717_0_172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a49f503717_0_172"/>
          <p:cNvSpPr/>
          <p:nvPr/>
        </p:nvSpPr>
        <p:spPr>
          <a:xfrm>
            <a:off x="804637" y="2256535"/>
            <a:ext cx="10516800" cy="13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&amp;</a:t>
            </a:r>
            <a:r>
              <a:rPr b="0" i="0" lang="en-US" sz="4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4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Programming with </a:t>
            </a:r>
            <a:br>
              <a:rPr b="1" i="0" lang="en-US" sz="4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ESP8266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g3a49f503717_0_1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0340" y="250378"/>
            <a:ext cx="8438496" cy="69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9" name="Google Shape;9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49f503717_0_9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a49f503717_0_9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a49f503717_0_9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a49f503717_0_9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a49f503717_0_9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hyperlink" Target="https://leetcode.com/problems/maximum-depth-of-binary-tree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hyperlink" Target="https://leetcode.com/problems/diameter-of-binary-tree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a49f503717_0_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82100"/>
            <a:ext cx="4684225" cy="10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a49f503717_0_88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a49f503717_0_88"/>
          <p:cNvSpPr txBox="1"/>
          <p:nvPr/>
        </p:nvSpPr>
        <p:spPr>
          <a:xfrm>
            <a:off x="378600" y="2226077"/>
            <a:ext cx="10932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Program to Find Maximum Depth or Height of a Binary Tree</a:t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g3a49f503717_0_88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b="1" i="0" lang="en-US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Google Shape;171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{50362D67-0CA1-4C6F-AAE3-47741F9E08F0}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2" name="Google Shape;172;p2"/>
          <p:cNvGraphicFramePr/>
          <p:nvPr/>
        </p:nvGraphicFramePr>
        <p:xfrm>
          <a:off x="1461074" y="2746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{50362D67-0CA1-4C6F-AAE3-47741F9E08F0}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Program to Find Maximum Depth or Height of a Binary Tree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3" name="Google Shape;173;p2"/>
          <p:cNvGraphicFramePr/>
          <p:nvPr/>
        </p:nvGraphicFramePr>
        <p:xfrm>
          <a:off x="1471295" y="38030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{50362D67-0CA1-4C6F-AAE3-47741F9E08F0}</a:tableStyleId>
              </a:tblPr>
              <a:tblGrid>
                <a:gridCol w="9050025"/>
              </a:tblGrid>
              <a:tr h="414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Understand the concept of depth and height in a binary tree.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Learn how to calculate the maximum depth using recursion.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Explore how height relates to levels in a binary tree.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Analyze time and space complexity of the height algorithm.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" name="Google Shape;174;p2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/>
          <p:cNvSpPr txBox="1"/>
          <p:nvPr>
            <p:ph type="title"/>
          </p:nvPr>
        </p:nvSpPr>
        <p:spPr>
          <a:xfrm>
            <a:off x="838200" y="84451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80" name="Google Shape;180;p3"/>
          <p:cNvSpPr txBox="1"/>
          <p:nvPr>
            <p:ph idx="1" type="body"/>
          </p:nvPr>
        </p:nvSpPr>
        <p:spPr>
          <a:xfrm>
            <a:off x="838200" y="2305019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Write a program for implementing a MINSTACK which should support operations like push, pop, overflow, underflow, display.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1. Construct a stack of N-capacity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2. Push elements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3. Pop elements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4. Top element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5. Retrieve the min element from the stack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 txBox="1"/>
          <p:nvPr>
            <p:ph type="title"/>
          </p:nvPr>
        </p:nvSpPr>
        <p:spPr>
          <a:xfrm>
            <a:off x="838200" y="7246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6" name="Google Shape;186;p4"/>
          <p:cNvSpPr txBox="1"/>
          <p:nvPr>
            <p:ph idx="1" type="body"/>
          </p:nvPr>
        </p:nvSpPr>
        <p:spPr>
          <a:xfrm>
            <a:off x="838200" y="2050234"/>
            <a:ext cx="105156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What is Depth (Height) of a Tree?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depth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or </a:t>
            </a: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height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of a binary tree is the </a:t>
            </a: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number of nodes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along the </a:t>
            </a: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longest path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from the root node down to the farthest leaf node.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Example: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Depth of a single node tree = 1 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Depth of an empty tree = 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Key Idea (Recursive Definition):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maxDepth(node) = 1 + max(maxDepth(left subtree), maxDepth(right subtree))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 txBox="1"/>
          <p:nvPr>
            <p:ph type="title"/>
          </p:nvPr>
        </p:nvSpPr>
        <p:spPr>
          <a:xfrm>
            <a:off x="838200" y="83120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2" name="Google Shape;192;p5"/>
          <p:cNvSpPr txBox="1"/>
          <p:nvPr>
            <p:ph idx="1" type="body"/>
          </p:nvPr>
        </p:nvSpPr>
        <p:spPr>
          <a:xfrm>
            <a:off x="838200" y="229170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1. If root is null → return 0.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2. Recursively find height of left subtree.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3. Recursively find height of right subtree.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4. Return 1 + maximum of left and right heights.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5. Base condition handles empty trees automatically.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"/>
          <p:cNvSpPr txBox="1"/>
          <p:nvPr>
            <p:ph type="title"/>
          </p:nvPr>
        </p:nvSpPr>
        <p:spPr>
          <a:xfrm>
            <a:off x="838200" y="80457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8" name="Google Shape;198;p6"/>
          <p:cNvSpPr txBox="1"/>
          <p:nvPr>
            <p:ph idx="1" type="body"/>
          </p:nvPr>
        </p:nvSpPr>
        <p:spPr>
          <a:xfrm>
            <a:off x="1398639" y="225523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Example Steps: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1. Move recursively to leftmost and rightmost nodes.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2. Compute heights bottom-up.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3. Add 1 for each parent level on return.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4. Final result gives total height of the tree.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 txBox="1"/>
          <p:nvPr/>
        </p:nvSpPr>
        <p:spPr>
          <a:xfrm>
            <a:off x="1300851" y="2050234"/>
            <a:ext cx="75285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Example Tree: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Depth Calculation: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Depth(5)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Depth(11)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Depth(8) = 1 + max(1, 1)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Depth(12) = 1 + max(1, 2)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4" name="Google Shape;204;p7"/>
          <p:cNvSpPr txBox="1"/>
          <p:nvPr>
            <p:ph type="title"/>
          </p:nvPr>
        </p:nvSpPr>
        <p:spPr>
          <a:xfrm>
            <a:off x="838200" y="7246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Maximum Depth or Height of a Binary Tree - GeeksforGeeks" id="205" name="Google Shape;20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9836" y="2149884"/>
            <a:ext cx="3839063" cy="3786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 txBox="1"/>
          <p:nvPr>
            <p:ph type="title"/>
          </p:nvPr>
        </p:nvSpPr>
        <p:spPr>
          <a:xfrm>
            <a:off x="838200" y="51160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11" name="Google Shape;211;p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6864" y="1739457"/>
            <a:ext cx="8590800" cy="51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654" l="0" r="0" t="0"/>
          <a:stretch/>
        </p:blipFill>
        <p:spPr>
          <a:xfrm>
            <a:off x="1598254" y="1656191"/>
            <a:ext cx="8626500" cy="37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 txBox="1"/>
          <p:nvPr>
            <p:ph type="title"/>
          </p:nvPr>
        </p:nvSpPr>
        <p:spPr>
          <a:xfrm>
            <a:off x="838200" y="96436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Output</a:t>
            </a:r>
            <a:endParaRPr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22" name="Google Shape;222;p10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9380" y="2290248"/>
            <a:ext cx="7563600" cy="1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 txBox="1"/>
          <p:nvPr>
            <p:ph type="title"/>
          </p:nvPr>
        </p:nvSpPr>
        <p:spPr>
          <a:xfrm>
            <a:off x="838200" y="100431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228" name="Google Shape;228;p11"/>
          <p:cNvSpPr txBox="1"/>
          <p:nvPr>
            <p:ph idx="1" type="body"/>
          </p:nvPr>
        </p:nvSpPr>
        <p:spPr>
          <a:xfrm>
            <a:off x="1054509" y="244515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Time Complexity: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O(n) – each node is visited once.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Space Complexity: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O(h) – due to recursion stack (h = height of tree).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 txBox="1"/>
          <p:nvPr>
            <p:ph type="title"/>
          </p:nvPr>
        </p:nvSpPr>
        <p:spPr>
          <a:xfrm>
            <a:off x="838200" y="101763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234" name="Google Shape;234;p12"/>
          <p:cNvSpPr txBox="1"/>
          <p:nvPr>
            <p:ph idx="1" type="body"/>
          </p:nvPr>
        </p:nvSpPr>
        <p:spPr>
          <a:xfrm>
            <a:off x="838199" y="2478134"/>
            <a:ext cx="10085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1. Height is the longest path from root to leaf.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2. Recursive approach computes height efficiently.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3. Time Complexity: O(n), Space: O(h).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4. Used in balance checking, diameter, and level-order traversal.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"/>
          <p:cNvSpPr txBox="1"/>
          <p:nvPr>
            <p:ph type="title"/>
          </p:nvPr>
        </p:nvSpPr>
        <p:spPr>
          <a:xfrm>
            <a:off x="838200" y="88446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40" name="Google Shape;240;p13"/>
          <p:cNvSpPr txBox="1"/>
          <p:nvPr>
            <p:ph idx="1" type="body"/>
          </p:nvPr>
        </p:nvSpPr>
        <p:spPr>
          <a:xfrm>
            <a:off x="838200" y="2344969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1. Maximum Depth of Binary Tree — </a:t>
            </a:r>
            <a:r>
              <a:rPr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#104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US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https://leetcode.com/problems/maximum-depth-of-binary-tree/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Concept: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Find height using recursive traversal.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Core concept for many tree problems.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"/>
          <p:cNvSpPr txBox="1"/>
          <p:nvPr>
            <p:ph type="title"/>
          </p:nvPr>
        </p:nvSpPr>
        <p:spPr>
          <a:xfrm>
            <a:off x="838200" y="81788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46" name="Google Shape;246;p14"/>
          <p:cNvSpPr txBox="1"/>
          <p:nvPr>
            <p:ph idx="1" type="body"/>
          </p:nvPr>
        </p:nvSpPr>
        <p:spPr>
          <a:xfrm>
            <a:off x="838200" y="227838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2. Minimum Depth of Binary Tree — </a:t>
            </a:r>
            <a:r>
              <a:rPr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#111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🔗 https://leetcode.com/problems/minimum-depth-of-binary-tree/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: Find shortest path from root to a leaf.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Complements maximum depth understanding.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"/>
          <p:cNvSpPr txBox="1"/>
          <p:nvPr>
            <p:ph type="title"/>
          </p:nvPr>
        </p:nvSpPr>
        <p:spPr>
          <a:xfrm>
            <a:off x="838200" y="77793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52" name="Google Shape;252;p15"/>
          <p:cNvSpPr txBox="1"/>
          <p:nvPr>
            <p:ph idx="1" type="body"/>
          </p:nvPr>
        </p:nvSpPr>
        <p:spPr>
          <a:xfrm>
            <a:off x="838200" y="223843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3. Diameter of Binary Tree —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LeetCode #543</a:t>
            </a:r>
            <a:endParaRPr sz="2400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US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https://leetcode.com/problems/diameter-of-binary-tree/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: Compute the longest path between any two nodes in the tree using depth logic.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Extends the max depth concept — shows how tree depth contributes to diameter calculation.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US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2025-10-28T09:21:00Z</dcterms:created>
  <dc:creator>Prakash K. P.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FD667A4BB229453CA143629E5AFC180B_13</vt:lpwstr>
  </property>
  <property fmtid="{D5CDD505-2E9C-101B-9397-08002B2CF9AE}" pid="3" name="KSOProductBuildVer">
    <vt:lpwstr>1033-12.2.0.23155</vt:lpwstr>
  </property>
</Properties>
</file>