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jqENtDHjDCXkLT3dcs6tGXo6P0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6C3497-5B3A-4DFA-864F-0A104D13819F}">
  <a:tblStyle styleId="{586C3497-5B3A-4DFA-864F-0A104D13819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493e1ca0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a493e1ca0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dddbd7dcc_0_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9dddbd7dcc_0_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dddbd7dcc_0_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9dddbd7dcc_0_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dddbd7dcc_0_3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9dddbd7dcc_0_3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dddbd7dcc_0_4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39dddbd7dcc_0_4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08" name="Google Shape;208;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09" name="Google Shape;209;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12" name="Google Shape;212;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23" name="Google Shape;223;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24" name="Google Shape;224;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27" name="Google Shape;227;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7" name="Google Shape;237;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38" name="Google Shape;238;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41" name="Google Shape;241;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50" name="Google Shape;250;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51" name="Google Shape;251;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54" name="Google Shape;254;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62" name="Google Shape;26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2" name="Google Shape;272;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73" name="Google Shape;273;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6" name="Google Shape;276;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9dddbd7dcc_0_7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39dddbd7dcc_0_7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4" name="Google Shape;294;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95" name="Google Shape;295;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8" name="Google Shape;298;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9dddbd7dcc_0_9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g39dddbd7dcc_0_9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16" name="Google Shape;316;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17" name="Google Shape;317;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20" name="Google Shape;320;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28" name="Google Shape;328;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29" name="Google Shape;329;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32" name="Google Shape;332;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40" name="Google Shape;340;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41" name="Google Shape;341;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44" name="Google Shape;344;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52" name="Google Shape;352;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53" name="Google Shape;353;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56" name="Google Shape;356;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65" name="Google Shape;365;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66" name="Google Shape;366;p18: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1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69" name="Google Shape;369;p1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g39dddbd7dcc_0_934"/>
          <p:cNvSpPr txBox="1"/>
          <p:nvPr>
            <p:ph type="ctrTitle"/>
          </p:nvPr>
        </p:nvSpPr>
        <p:spPr>
          <a:xfrm>
            <a:off x="2286000" y="1683545"/>
            <a:ext cx="13716000" cy="3581700"/>
          </a:xfrm>
          <a:prstGeom prst="rect">
            <a:avLst/>
          </a:prstGeom>
          <a:noFill/>
          <a:ln>
            <a:noFill/>
          </a:ln>
        </p:spPr>
        <p:txBody>
          <a:bodyPr anchorCtr="0" anchor="b" bIns="68550" lIns="137150" spcFirstLastPara="1" rIns="137150" wrap="square" tIns="68550">
            <a:normAutofit/>
          </a:bodyPr>
          <a:lstStyle>
            <a:lvl1pPr lvl="0" algn="ctr">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7" name="Google Shape;17;g39dddbd7dcc_0_934"/>
          <p:cNvSpPr txBox="1"/>
          <p:nvPr>
            <p:ph idx="1" type="subTitle"/>
          </p:nvPr>
        </p:nvSpPr>
        <p:spPr>
          <a:xfrm>
            <a:off x="2286000" y="5403057"/>
            <a:ext cx="13716000" cy="2483700"/>
          </a:xfrm>
          <a:prstGeom prst="rect">
            <a:avLst/>
          </a:prstGeom>
          <a:noFill/>
          <a:ln>
            <a:noFill/>
          </a:ln>
        </p:spPr>
        <p:txBody>
          <a:bodyPr anchorCtr="0" anchor="t" bIns="68550" lIns="137150" spcFirstLastPara="1" rIns="137150" wrap="square" tIns="68550">
            <a:norm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800"/>
              </a:spcBef>
              <a:spcAft>
                <a:spcPts val="0"/>
              </a:spcAft>
              <a:buClr>
                <a:schemeClr val="dk1"/>
              </a:buClr>
              <a:buSzPts val="3000"/>
              <a:buNone/>
              <a:defRPr sz="3000"/>
            </a:lvl2pPr>
            <a:lvl3pPr lvl="2" algn="ctr">
              <a:lnSpc>
                <a:spcPct val="90000"/>
              </a:lnSpc>
              <a:spcBef>
                <a:spcPts val="800"/>
              </a:spcBef>
              <a:spcAft>
                <a:spcPts val="0"/>
              </a:spcAft>
              <a:buClr>
                <a:schemeClr val="dk1"/>
              </a:buClr>
              <a:buSzPts val="2700"/>
              <a:buNone/>
              <a:defRPr sz="2700"/>
            </a:lvl3pPr>
            <a:lvl4pPr lvl="3" algn="ctr">
              <a:lnSpc>
                <a:spcPct val="90000"/>
              </a:lnSpc>
              <a:spcBef>
                <a:spcPts val="800"/>
              </a:spcBef>
              <a:spcAft>
                <a:spcPts val="0"/>
              </a:spcAft>
              <a:buClr>
                <a:schemeClr val="dk1"/>
              </a:buClr>
              <a:buSzPts val="2400"/>
              <a:buNone/>
              <a:defRPr sz="2400"/>
            </a:lvl4pPr>
            <a:lvl5pPr lvl="4" algn="ctr">
              <a:lnSpc>
                <a:spcPct val="90000"/>
              </a:lnSpc>
              <a:spcBef>
                <a:spcPts val="800"/>
              </a:spcBef>
              <a:spcAft>
                <a:spcPts val="0"/>
              </a:spcAft>
              <a:buClr>
                <a:schemeClr val="dk1"/>
              </a:buClr>
              <a:buSzPts val="2400"/>
              <a:buNone/>
              <a:defRPr sz="2400"/>
            </a:lvl5pPr>
            <a:lvl6pPr lvl="5" algn="ctr">
              <a:lnSpc>
                <a:spcPct val="90000"/>
              </a:lnSpc>
              <a:spcBef>
                <a:spcPts val="8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18" name="Google Shape;18;g39dddbd7dcc_0_934"/>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9" name="Google Shape;19;g39dddbd7dcc_0_934"/>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0" name="Google Shape;20;g39dddbd7dcc_0_934"/>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g39dddbd7dcc_0_940"/>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3" name="Google Shape;23;g39dddbd7dcc_0_940"/>
          <p:cNvSpPr txBox="1"/>
          <p:nvPr>
            <p:ph idx="1" type="body"/>
          </p:nvPr>
        </p:nvSpPr>
        <p:spPr>
          <a:xfrm>
            <a:off x="1257300" y="2738438"/>
            <a:ext cx="15773400" cy="65268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24" name="Google Shape;24;g39dddbd7dcc_0_940"/>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5" name="Google Shape;25;g39dddbd7dcc_0_940"/>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6" name="Google Shape;26;g39dddbd7dcc_0_940"/>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g39dddbd7dcc_0_946"/>
          <p:cNvSpPr txBox="1"/>
          <p:nvPr>
            <p:ph type="title"/>
          </p:nvPr>
        </p:nvSpPr>
        <p:spPr>
          <a:xfrm>
            <a:off x="1247775" y="2564607"/>
            <a:ext cx="15773400" cy="4279200"/>
          </a:xfrm>
          <a:prstGeom prst="rect">
            <a:avLst/>
          </a:prstGeom>
          <a:noFill/>
          <a:ln>
            <a:noFill/>
          </a:ln>
        </p:spPr>
        <p:txBody>
          <a:bodyPr anchorCtr="0" anchor="b" bIns="68550" lIns="137150" spcFirstLastPara="1" rIns="137150" wrap="square" tIns="68550">
            <a:normAutofit/>
          </a:bodyPr>
          <a:lstStyle>
            <a:lvl1pPr lvl="0" algn="l">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29" name="Google Shape;29;g39dddbd7dcc_0_946"/>
          <p:cNvSpPr txBox="1"/>
          <p:nvPr>
            <p:ph idx="1" type="body"/>
          </p:nvPr>
        </p:nvSpPr>
        <p:spPr>
          <a:xfrm>
            <a:off x="1247775" y="6884195"/>
            <a:ext cx="15773400" cy="2250600"/>
          </a:xfrm>
          <a:prstGeom prst="rect">
            <a:avLst/>
          </a:prstGeom>
          <a:noFill/>
          <a:ln>
            <a:noFill/>
          </a:ln>
        </p:spPr>
        <p:txBody>
          <a:bodyPr anchorCtr="0" anchor="t" bIns="68550" lIns="137150" spcFirstLastPara="1" rIns="137150" wrap="square" tIns="68550">
            <a:normAutofit/>
          </a:bodyPr>
          <a:lstStyle>
            <a:lvl1pPr indent="-228600" lvl="0" marL="457200" algn="l">
              <a:lnSpc>
                <a:spcPct val="90000"/>
              </a:lnSpc>
              <a:spcBef>
                <a:spcPts val="1500"/>
              </a:spcBef>
              <a:spcAft>
                <a:spcPts val="0"/>
              </a:spcAft>
              <a:buClr>
                <a:srgbClr val="888888"/>
              </a:buClr>
              <a:buSzPts val="3600"/>
              <a:buNone/>
              <a:defRPr sz="3600">
                <a:solidFill>
                  <a:srgbClr val="888888"/>
                </a:solidFill>
              </a:defRPr>
            </a:lvl1pPr>
            <a:lvl2pPr indent="-228600" lvl="1" marL="914400" algn="l">
              <a:lnSpc>
                <a:spcPct val="90000"/>
              </a:lnSpc>
              <a:spcBef>
                <a:spcPts val="800"/>
              </a:spcBef>
              <a:spcAft>
                <a:spcPts val="0"/>
              </a:spcAft>
              <a:buClr>
                <a:srgbClr val="888888"/>
              </a:buClr>
              <a:buSzPts val="3000"/>
              <a:buNone/>
              <a:defRPr sz="3000">
                <a:solidFill>
                  <a:srgbClr val="888888"/>
                </a:solidFill>
              </a:defRPr>
            </a:lvl2pPr>
            <a:lvl3pPr indent="-228600" lvl="2" marL="1371600" algn="l">
              <a:lnSpc>
                <a:spcPct val="90000"/>
              </a:lnSpc>
              <a:spcBef>
                <a:spcPts val="800"/>
              </a:spcBef>
              <a:spcAft>
                <a:spcPts val="0"/>
              </a:spcAft>
              <a:buClr>
                <a:srgbClr val="888888"/>
              </a:buClr>
              <a:buSzPts val="2700"/>
              <a:buNone/>
              <a:defRPr sz="2700">
                <a:solidFill>
                  <a:srgbClr val="888888"/>
                </a:solidFill>
              </a:defRPr>
            </a:lvl3pPr>
            <a:lvl4pPr indent="-228600" lvl="3" marL="1828800" algn="l">
              <a:lnSpc>
                <a:spcPct val="90000"/>
              </a:lnSpc>
              <a:spcBef>
                <a:spcPts val="800"/>
              </a:spcBef>
              <a:spcAft>
                <a:spcPts val="0"/>
              </a:spcAft>
              <a:buClr>
                <a:srgbClr val="888888"/>
              </a:buClr>
              <a:buSzPts val="2400"/>
              <a:buNone/>
              <a:defRPr sz="2400">
                <a:solidFill>
                  <a:srgbClr val="888888"/>
                </a:solidFill>
              </a:defRPr>
            </a:lvl4pPr>
            <a:lvl5pPr indent="-228600" lvl="4" marL="2286000" algn="l">
              <a:lnSpc>
                <a:spcPct val="90000"/>
              </a:lnSpc>
              <a:spcBef>
                <a:spcPts val="800"/>
              </a:spcBef>
              <a:spcAft>
                <a:spcPts val="0"/>
              </a:spcAft>
              <a:buClr>
                <a:srgbClr val="888888"/>
              </a:buClr>
              <a:buSzPts val="2400"/>
              <a:buNone/>
              <a:defRPr sz="2400">
                <a:solidFill>
                  <a:srgbClr val="888888"/>
                </a:solidFill>
              </a:defRPr>
            </a:lvl5pPr>
            <a:lvl6pPr indent="-228600" lvl="5" marL="2743200" algn="l">
              <a:lnSpc>
                <a:spcPct val="90000"/>
              </a:lnSpc>
              <a:spcBef>
                <a:spcPts val="800"/>
              </a:spcBef>
              <a:spcAft>
                <a:spcPts val="0"/>
              </a:spcAft>
              <a:buClr>
                <a:srgbClr val="888888"/>
              </a:buClr>
              <a:buSzPts val="2400"/>
              <a:buNone/>
              <a:defRPr sz="2400">
                <a:solidFill>
                  <a:srgbClr val="888888"/>
                </a:solidFill>
              </a:defRPr>
            </a:lvl6pPr>
            <a:lvl7pPr indent="-228600" lvl="6" marL="3200400" algn="l">
              <a:lnSpc>
                <a:spcPct val="90000"/>
              </a:lnSpc>
              <a:spcBef>
                <a:spcPts val="800"/>
              </a:spcBef>
              <a:spcAft>
                <a:spcPts val="0"/>
              </a:spcAft>
              <a:buClr>
                <a:srgbClr val="888888"/>
              </a:buClr>
              <a:buSzPts val="2400"/>
              <a:buNone/>
              <a:defRPr sz="2400">
                <a:solidFill>
                  <a:srgbClr val="888888"/>
                </a:solidFill>
              </a:defRPr>
            </a:lvl7pPr>
            <a:lvl8pPr indent="-228600" lvl="7" marL="3657600" algn="l">
              <a:lnSpc>
                <a:spcPct val="90000"/>
              </a:lnSpc>
              <a:spcBef>
                <a:spcPts val="800"/>
              </a:spcBef>
              <a:spcAft>
                <a:spcPts val="0"/>
              </a:spcAft>
              <a:buClr>
                <a:srgbClr val="888888"/>
              </a:buClr>
              <a:buSzPts val="2400"/>
              <a:buNone/>
              <a:defRPr sz="2400">
                <a:solidFill>
                  <a:srgbClr val="888888"/>
                </a:solidFill>
              </a:defRPr>
            </a:lvl8pPr>
            <a:lvl9pPr indent="-228600" lvl="8" marL="4114800" algn="l">
              <a:lnSpc>
                <a:spcPct val="90000"/>
              </a:lnSpc>
              <a:spcBef>
                <a:spcPts val="800"/>
              </a:spcBef>
              <a:spcAft>
                <a:spcPts val="0"/>
              </a:spcAft>
              <a:buClr>
                <a:srgbClr val="888888"/>
              </a:buClr>
              <a:buSzPts val="2400"/>
              <a:buNone/>
              <a:defRPr sz="2400">
                <a:solidFill>
                  <a:srgbClr val="888888"/>
                </a:solidFill>
              </a:defRPr>
            </a:lvl9pPr>
          </a:lstStyle>
          <a:p/>
        </p:txBody>
      </p:sp>
      <p:sp>
        <p:nvSpPr>
          <p:cNvPr id="30" name="Google Shape;30;g39dddbd7dcc_0_946"/>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1" name="Google Shape;31;g39dddbd7dcc_0_946"/>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2" name="Google Shape;32;g39dddbd7dcc_0_946"/>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g39dddbd7dcc_0_952"/>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5" name="Google Shape;35;g39dddbd7dcc_0_952"/>
          <p:cNvSpPr txBox="1"/>
          <p:nvPr>
            <p:ph idx="1" type="body"/>
          </p:nvPr>
        </p:nvSpPr>
        <p:spPr>
          <a:xfrm>
            <a:off x="1257300" y="2738438"/>
            <a:ext cx="7772400" cy="65268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36" name="Google Shape;36;g39dddbd7dcc_0_952"/>
          <p:cNvSpPr txBox="1"/>
          <p:nvPr>
            <p:ph idx="2" type="body"/>
          </p:nvPr>
        </p:nvSpPr>
        <p:spPr>
          <a:xfrm>
            <a:off x="9258300" y="2738438"/>
            <a:ext cx="7772400" cy="65268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37" name="Google Shape;37;g39dddbd7dcc_0_952"/>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8" name="Google Shape;38;g39dddbd7dcc_0_952"/>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9" name="Google Shape;39;g39dddbd7dcc_0_952"/>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g39dddbd7dcc_0_959"/>
          <p:cNvSpPr txBox="1"/>
          <p:nvPr>
            <p:ph type="title"/>
          </p:nvPr>
        </p:nvSpPr>
        <p:spPr>
          <a:xfrm>
            <a:off x="1259682"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42" name="Google Shape;42;g39dddbd7dcc_0_959"/>
          <p:cNvSpPr txBox="1"/>
          <p:nvPr>
            <p:ph idx="1" type="body"/>
          </p:nvPr>
        </p:nvSpPr>
        <p:spPr>
          <a:xfrm>
            <a:off x="1259682" y="2521745"/>
            <a:ext cx="7737000" cy="1235700"/>
          </a:xfrm>
          <a:prstGeom prst="rect">
            <a:avLst/>
          </a:prstGeom>
          <a:noFill/>
          <a:ln>
            <a:noFill/>
          </a:ln>
        </p:spPr>
        <p:txBody>
          <a:bodyPr anchorCtr="0" anchor="b"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800"/>
              </a:spcBef>
              <a:spcAft>
                <a:spcPts val="0"/>
              </a:spcAft>
              <a:buClr>
                <a:schemeClr val="dk1"/>
              </a:buClr>
              <a:buSzPts val="3000"/>
              <a:buNone/>
              <a:defRPr b="1" sz="3000"/>
            </a:lvl2pPr>
            <a:lvl3pPr indent="-228600" lvl="2" marL="1371600" algn="l">
              <a:lnSpc>
                <a:spcPct val="90000"/>
              </a:lnSpc>
              <a:spcBef>
                <a:spcPts val="800"/>
              </a:spcBef>
              <a:spcAft>
                <a:spcPts val="0"/>
              </a:spcAft>
              <a:buClr>
                <a:schemeClr val="dk1"/>
              </a:buClr>
              <a:buSzPts val="2700"/>
              <a:buNone/>
              <a:defRPr b="1" sz="2700"/>
            </a:lvl3pPr>
            <a:lvl4pPr indent="-228600" lvl="3" marL="1828800" algn="l">
              <a:lnSpc>
                <a:spcPct val="90000"/>
              </a:lnSpc>
              <a:spcBef>
                <a:spcPts val="800"/>
              </a:spcBef>
              <a:spcAft>
                <a:spcPts val="0"/>
              </a:spcAft>
              <a:buClr>
                <a:schemeClr val="dk1"/>
              </a:buClr>
              <a:buSzPts val="2400"/>
              <a:buNone/>
              <a:defRPr b="1" sz="2400"/>
            </a:lvl4pPr>
            <a:lvl5pPr indent="-228600" lvl="4" marL="2286000" algn="l">
              <a:lnSpc>
                <a:spcPct val="90000"/>
              </a:lnSpc>
              <a:spcBef>
                <a:spcPts val="800"/>
              </a:spcBef>
              <a:spcAft>
                <a:spcPts val="0"/>
              </a:spcAft>
              <a:buClr>
                <a:schemeClr val="dk1"/>
              </a:buClr>
              <a:buSzPts val="2400"/>
              <a:buNone/>
              <a:defRPr b="1" sz="2400"/>
            </a:lvl5pPr>
            <a:lvl6pPr indent="-228600" lvl="5" marL="2743200" algn="l">
              <a:lnSpc>
                <a:spcPct val="90000"/>
              </a:lnSpc>
              <a:spcBef>
                <a:spcPts val="800"/>
              </a:spcBef>
              <a:spcAft>
                <a:spcPts val="0"/>
              </a:spcAft>
              <a:buClr>
                <a:schemeClr val="dk1"/>
              </a:buClr>
              <a:buSzPts val="2400"/>
              <a:buNone/>
              <a:defRPr b="1" sz="2400"/>
            </a:lvl6pPr>
            <a:lvl7pPr indent="-228600" lvl="6" marL="3200400" algn="l">
              <a:lnSpc>
                <a:spcPct val="90000"/>
              </a:lnSpc>
              <a:spcBef>
                <a:spcPts val="800"/>
              </a:spcBef>
              <a:spcAft>
                <a:spcPts val="0"/>
              </a:spcAft>
              <a:buClr>
                <a:schemeClr val="dk1"/>
              </a:buClr>
              <a:buSzPts val="2400"/>
              <a:buNone/>
              <a:defRPr b="1" sz="2400"/>
            </a:lvl7pPr>
            <a:lvl8pPr indent="-228600" lvl="7" marL="3657600" algn="l">
              <a:lnSpc>
                <a:spcPct val="90000"/>
              </a:lnSpc>
              <a:spcBef>
                <a:spcPts val="800"/>
              </a:spcBef>
              <a:spcAft>
                <a:spcPts val="0"/>
              </a:spcAft>
              <a:buClr>
                <a:schemeClr val="dk1"/>
              </a:buClr>
              <a:buSzPts val="2400"/>
              <a:buNone/>
              <a:defRPr b="1" sz="2400"/>
            </a:lvl8pPr>
            <a:lvl9pPr indent="-228600" lvl="8" marL="4114800" algn="l">
              <a:lnSpc>
                <a:spcPct val="90000"/>
              </a:lnSpc>
              <a:spcBef>
                <a:spcPts val="800"/>
              </a:spcBef>
              <a:spcAft>
                <a:spcPts val="0"/>
              </a:spcAft>
              <a:buClr>
                <a:schemeClr val="dk1"/>
              </a:buClr>
              <a:buSzPts val="2400"/>
              <a:buNone/>
              <a:defRPr b="1" sz="2400"/>
            </a:lvl9pPr>
          </a:lstStyle>
          <a:p/>
        </p:txBody>
      </p:sp>
      <p:sp>
        <p:nvSpPr>
          <p:cNvPr id="43" name="Google Shape;43;g39dddbd7dcc_0_959"/>
          <p:cNvSpPr txBox="1"/>
          <p:nvPr>
            <p:ph idx="2" type="body"/>
          </p:nvPr>
        </p:nvSpPr>
        <p:spPr>
          <a:xfrm>
            <a:off x="1259682" y="3757613"/>
            <a:ext cx="7737000" cy="55269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44" name="Google Shape;44;g39dddbd7dcc_0_959"/>
          <p:cNvSpPr txBox="1"/>
          <p:nvPr>
            <p:ph idx="3" type="body"/>
          </p:nvPr>
        </p:nvSpPr>
        <p:spPr>
          <a:xfrm>
            <a:off x="9258300" y="2521745"/>
            <a:ext cx="7774500" cy="1235700"/>
          </a:xfrm>
          <a:prstGeom prst="rect">
            <a:avLst/>
          </a:prstGeom>
          <a:noFill/>
          <a:ln>
            <a:noFill/>
          </a:ln>
        </p:spPr>
        <p:txBody>
          <a:bodyPr anchorCtr="0" anchor="b"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800"/>
              </a:spcBef>
              <a:spcAft>
                <a:spcPts val="0"/>
              </a:spcAft>
              <a:buClr>
                <a:schemeClr val="dk1"/>
              </a:buClr>
              <a:buSzPts val="3000"/>
              <a:buNone/>
              <a:defRPr b="1" sz="3000"/>
            </a:lvl2pPr>
            <a:lvl3pPr indent="-228600" lvl="2" marL="1371600" algn="l">
              <a:lnSpc>
                <a:spcPct val="90000"/>
              </a:lnSpc>
              <a:spcBef>
                <a:spcPts val="800"/>
              </a:spcBef>
              <a:spcAft>
                <a:spcPts val="0"/>
              </a:spcAft>
              <a:buClr>
                <a:schemeClr val="dk1"/>
              </a:buClr>
              <a:buSzPts val="2700"/>
              <a:buNone/>
              <a:defRPr b="1" sz="2700"/>
            </a:lvl3pPr>
            <a:lvl4pPr indent="-228600" lvl="3" marL="1828800" algn="l">
              <a:lnSpc>
                <a:spcPct val="90000"/>
              </a:lnSpc>
              <a:spcBef>
                <a:spcPts val="800"/>
              </a:spcBef>
              <a:spcAft>
                <a:spcPts val="0"/>
              </a:spcAft>
              <a:buClr>
                <a:schemeClr val="dk1"/>
              </a:buClr>
              <a:buSzPts val="2400"/>
              <a:buNone/>
              <a:defRPr b="1" sz="2400"/>
            </a:lvl4pPr>
            <a:lvl5pPr indent="-228600" lvl="4" marL="2286000" algn="l">
              <a:lnSpc>
                <a:spcPct val="90000"/>
              </a:lnSpc>
              <a:spcBef>
                <a:spcPts val="800"/>
              </a:spcBef>
              <a:spcAft>
                <a:spcPts val="0"/>
              </a:spcAft>
              <a:buClr>
                <a:schemeClr val="dk1"/>
              </a:buClr>
              <a:buSzPts val="2400"/>
              <a:buNone/>
              <a:defRPr b="1" sz="2400"/>
            </a:lvl5pPr>
            <a:lvl6pPr indent="-228600" lvl="5" marL="2743200" algn="l">
              <a:lnSpc>
                <a:spcPct val="90000"/>
              </a:lnSpc>
              <a:spcBef>
                <a:spcPts val="800"/>
              </a:spcBef>
              <a:spcAft>
                <a:spcPts val="0"/>
              </a:spcAft>
              <a:buClr>
                <a:schemeClr val="dk1"/>
              </a:buClr>
              <a:buSzPts val="2400"/>
              <a:buNone/>
              <a:defRPr b="1" sz="2400"/>
            </a:lvl6pPr>
            <a:lvl7pPr indent="-228600" lvl="6" marL="3200400" algn="l">
              <a:lnSpc>
                <a:spcPct val="90000"/>
              </a:lnSpc>
              <a:spcBef>
                <a:spcPts val="800"/>
              </a:spcBef>
              <a:spcAft>
                <a:spcPts val="0"/>
              </a:spcAft>
              <a:buClr>
                <a:schemeClr val="dk1"/>
              </a:buClr>
              <a:buSzPts val="2400"/>
              <a:buNone/>
              <a:defRPr b="1" sz="2400"/>
            </a:lvl7pPr>
            <a:lvl8pPr indent="-228600" lvl="7" marL="3657600" algn="l">
              <a:lnSpc>
                <a:spcPct val="90000"/>
              </a:lnSpc>
              <a:spcBef>
                <a:spcPts val="800"/>
              </a:spcBef>
              <a:spcAft>
                <a:spcPts val="0"/>
              </a:spcAft>
              <a:buClr>
                <a:schemeClr val="dk1"/>
              </a:buClr>
              <a:buSzPts val="2400"/>
              <a:buNone/>
              <a:defRPr b="1" sz="2400"/>
            </a:lvl8pPr>
            <a:lvl9pPr indent="-228600" lvl="8" marL="4114800" algn="l">
              <a:lnSpc>
                <a:spcPct val="90000"/>
              </a:lnSpc>
              <a:spcBef>
                <a:spcPts val="800"/>
              </a:spcBef>
              <a:spcAft>
                <a:spcPts val="0"/>
              </a:spcAft>
              <a:buClr>
                <a:schemeClr val="dk1"/>
              </a:buClr>
              <a:buSzPts val="2400"/>
              <a:buNone/>
              <a:defRPr b="1" sz="2400"/>
            </a:lvl9pPr>
          </a:lstStyle>
          <a:p/>
        </p:txBody>
      </p:sp>
      <p:sp>
        <p:nvSpPr>
          <p:cNvPr id="45" name="Google Shape;45;g39dddbd7dcc_0_959"/>
          <p:cNvSpPr txBox="1"/>
          <p:nvPr>
            <p:ph idx="4" type="body"/>
          </p:nvPr>
        </p:nvSpPr>
        <p:spPr>
          <a:xfrm>
            <a:off x="9258300" y="3757613"/>
            <a:ext cx="7774500" cy="55269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46" name="Google Shape;46;g39dddbd7dcc_0_959"/>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47" name="Google Shape;47;g39dddbd7dcc_0_959"/>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48" name="Google Shape;48;g39dddbd7dcc_0_959"/>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g39dddbd7dcc_0_968"/>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1" name="Google Shape;51;g39dddbd7dcc_0_968"/>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2" name="Google Shape;52;g39dddbd7dcc_0_968"/>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3" name="Google Shape;53;g39dddbd7dcc_0_968"/>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39dddbd7dcc_0_973"/>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6" name="Google Shape;56;g39dddbd7dcc_0_973"/>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57" name="Google Shape;57;g39dddbd7dcc_0_973"/>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g39dddbd7dcc_0_977"/>
          <p:cNvSpPr txBox="1"/>
          <p:nvPr>
            <p:ph type="title"/>
          </p:nvPr>
        </p:nvSpPr>
        <p:spPr>
          <a:xfrm>
            <a:off x="1259682" y="685800"/>
            <a:ext cx="5898300" cy="2400300"/>
          </a:xfrm>
          <a:prstGeom prst="rect">
            <a:avLst/>
          </a:prstGeom>
          <a:noFill/>
          <a:ln>
            <a:noFill/>
          </a:ln>
        </p:spPr>
        <p:txBody>
          <a:bodyPr anchorCtr="0" anchor="b" bIns="68550" lIns="137150" spcFirstLastPara="1" rIns="137150" wrap="square" tIns="6855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0" name="Google Shape;60;g39dddbd7dcc_0_977"/>
          <p:cNvSpPr txBox="1"/>
          <p:nvPr>
            <p:ph idx="1" type="body"/>
          </p:nvPr>
        </p:nvSpPr>
        <p:spPr>
          <a:xfrm>
            <a:off x="7774782" y="1481138"/>
            <a:ext cx="9258300" cy="7310400"/>
          </a:xfrm>
          <a:prstGeom prst="rect">
            <a:avLst/>
          </a:prstGeom>
          <a:noFill/>
          <a:ln>
            <a:noFill/>
          </a:ln>
        </p:spPr>
        <p:txBody>
          <a:bodyPr anchorCtr="0" anchor="t" bIns="68550" lIns="137150" spcFirstLastPara="1" rIns="137150" wrap="square" tIns="68550">
            <a:normAutofit/>
          </a:bodyPr>
          <a:lstStyle>
            <a:lvl1pPr indent="-533400" lvl="0" marL="457200" algn="l">
              <a:lnSpc>
                <a:spcPct val="90000"/>
              </a:lnSpc>
              <a:spcBef>
                <a:spcPts val="1500"/>
              </a:spcBef>
              <a:spcAft>
                <a:spcPts val="0"/>
              </a:spcAft>
              <a:buClr>
                <a:schemeClr val="dk1"/>
              </a:buClr>
              <a:buSzPts val="4800"/>
              <a:buChar char="•"/>
              <a:defRPr sz="4800"/>
            </a:lvl1pPr>
            <a:lvl2pPr indent="-495300" lvl="1" marL="914400" algn="l">
              <a:lnSpc>
                <a:spcPct val="90000"/>
              </a:lnSpc>
              <a:spcBef>
                <a:spcPts val="800"/>
              </a:spcBef>
              <a:spcAft>
                <a:spcPts val="0"/>
              </a:spcAft>
              <a:buClr>
                <a:schemeClr val="dk1"/>
              </a:buClr>
              <a:buSzPts val="4200"/>
              <a:buChar char="•"/>
              <a:defRPr sz="4200"/>
            </a:lvl2pPr>
            <a:lvl3pPr indent="-457200" lvl="2" marL="1371600" algn="l">
              <a:lnSpc>
                <a:spcPct val="90000"/>
              </a:lnSpc>
              <a:spcBef>
                <a:spcPts val="800"/>
              </a:spcBef>
              <a:spcAft>
                <a:spcPts val="0"/>
              </a:spcAft>
              <a:buClr>
                <a:schemeClr val="dk1"/>
              </a:buClr>
              <a:buSzPts val="3600"/>
              <a:buChar char="•"/>
              <a:defRPr sz="3600"/>
            </a:lvl3pPr>
            <a:lvl4pPr indent="-419100" lvl="3" marL="1828800" algn="l">
              <a:lnSpc>
                <a:spcPct val="90000"/>
              </a:lnSpc>
              <a:spcBef>
                <a:spcPts val="800"/>
              </a:spcBef>
              <a:spcAft>
                <a:spcPts val="0"/>
              </a:spcAft>
              <a:buClr>
                <a:schemeClr val="dk1"/>
              </a:buClr>
              <a:buSzPts val="3000"/>
              <a:buChar char="•"/>
              <a:defRPr sz="3000"/>
            </a:lvl4pPr>
            <a:lvl5pPr indent="-419100" lvl="4" marL="2286000" algn="l">
              <a:lnSpc>
                <a:spcPct val="90000"/>
              </a:lnSpc>
              <a:spcBef>
                <a:spcPts val="800"/>
              </a:spcBef>
              <a:spcAft>
                <a:spcPts val="0"/>
              </a:spcAft>
              <a:buClr>
                <a:schemeClr val="dk1"/>
              </a:buClr>
              <a:buSzPts val="3000"/>
              <a:buChar char="•"/>
              <a:defRPr sz="3000"/>
            </a:lvl5pPr>
            <a:lvl6pPr indent="-419100" lvl="5" marL="2743200" algn="l">
              <a:lnSpc>
                <a:spcPct val="90000"/>
              </a:lnSpc>
              <a:spcBef>
                <a:spcPts val="800"/>
              </a:spcBef>
              <a:spcAft>
                <a:spcPts val="0"/>
              </a:spcAft>
              <a:buClr>
                <a:schemeClr val="dk1"/>
              </a:buClr>
              <a:buSzPts val="3000"/>
              <a:buChar char="•"/>
              <a:defRPr sz="3000"/>
            </a:lvl6pPr>
            <a:lvl7pPr indent="-419100" lvl="6" marL="3200400" algn="l">
              <a:lnSpc>
                <a:spcPct val="90000"/>
              </a:lnSpc>
              <a:spcBef>
                <a:spcPts val="800"/>
              </a:spcBef>
              <a:spcAft>
                <a:spcPts val="0"/>
              </a:spcAft>
              <a:buClr>
                <a:schemeClr val="dk1"/>
              </a:buClr>
              <a:buSzPts val="3000"/>
              <a:buChar char="•"/>
              <a:defRPr sz="3000"/>
            </a:lvl7pPr>
            <a:lvl8pPr indent="-419100" lvl="7" marL="3657600" algn="l">
              <a:lnSpc>
                <a:spcPct val="90000"/>
              </a:lnSpc>
              <a:spcBef>
                <a:spcPts val="800"/>
              </a:spcBef>
              <a:spcAft>
                <a:spcPts val="0"/>
              </a:spcAft>
              <a:buClr>
                <a:schemeClr val="dk1"/>
              </a:buClr>
              <a:buSzPts val="3000"/>
              <a:buChar char="•"/>
              <a:defRPr sz="3000"/>
            </a:lvl8pPr>
            <a:lvl9pPr indent="-419100" lvl="8" marL="4114800" algn="l">
              <a:lnSpc>
                <a:spcPct val="90000"/>
              </a:lnSpc>
              <a:spcBef>
                <a:spcPts val="800"/>
              </a:spcBef>
              <a:spcAft>
                <a:spcPts val="0"/>
              </a:spcAft>
              <a:buClr>
                <a:schemeClr val="dk1"/>
              </a:buClr>
              <a:buSzPts val="3000"/>
              <a:buChar char="•"/>
              <a:defRPr sz="3000"/>
            </a:lvl9pPr>
          </a:lstStyle>
          <a:p/>
        </p:txBody>
      </p:sp>
      <p:sp>
        <p:nvSpPr>
          <p:cNvPr id="61" name="Google Shape;61;g39dddbd7dcc_0_977"/>
          <p:cNvSpPr txBox="1"/>
          <p:nvPr>
            <p:ph idx="2" type="body"/>
          </p:nvPr>
        </p:nvSpPr>
        <p:spPr>
          <a:xfrm>
            <a:off x="1259682" y="3086100"/>
            <a:ext cx="5898300" cy="5717400"/>
          </a:xfrm>
          <a:prstGeom prst="rect">
            <a:avLst/>
          </a:prstGeom>
          <a:noFill/>
          <a:ln>
            <a:noFill/>
          </a:ln>
        </p:spPr>
        <p:txBody>
          <a:bodyPr anchorCtr="0" anchor="t"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800"/>
              </a:spcBef>
              <a:spcAft>
                <a:spcPts val="0"/>
              </a:spcAft>
              <a:buClr>
                <a:schemeClr val="dk1"/>
              </a:buClr>
              <a:buSzPts val="2100"/>
              <a:buNone/>
              <a:defRPr sz="2100"/>
            </a:lvl2pPr>
            <a:lvl3pPr indent="-228600" lvl="2" marL="1371600" algn="l">
              <a:lnSpc>
                <a:spcPct val="90000"/>
              </a:lnSpc>
              <a:spcBef>
                <a:spcPts val="800"/>
              </a:spcBef>
              <a:spcAft>
                <a:spcPts val="0"/>
              </a:spcAft>
              <a:buClr>
                <a:schemeClr val="dk1"/>
              </a:buClr>
              <a:buSzPts val="1800"/>
              <a:buNone/>
              <a:defRPr sz="1800"/>
            </a:lvl3pPr>
            <a:lvl4pPr indent="-228600" lvl="3" marL="1828800" algn="l">
              <a:lnSpc>
                <a:spcPct val="90000"/>
              </a:lnSpc>
              <a:spcBef>
                <a:spcPts val="800"/>
              </a:spcBef>
              <a:spcAft>
                <a:spcPts val="0"/>
              </a:spcAft>
              <a:buClr>
                <a:schemeClr val="dk1"/>
              </a:buClr>
              <a:buSzPts val="1500"/>
              <a:buNone/>
              <a:defRPr sz="1500"/>
            </a:lvl4pPr>
            <a:lvl5pPr indent="-228600" lvl="4" marL="2286000" algn="l">
              <a:lnSpc>
                <a:spcPct val="90000"/>
              </a:lnSpc>
              <a:spcBef>
                <a:spcPts val="800"/>
              </a:spcBef>
              <a:spcAft>
                <a:spcPts val="0"/>
              </a:spcAft>
              <a:buClr>
                <a:schemeClr val="dk1"/>
              </a:buClr>
              <a:buSzPts val="1500"/>
              <a:buNone/>
              <a:defRPr sz="1500"/>
            </a:lvl5pPr>
            <a:lvl6pPr indent="-228600" lvl="5" marL="2743200" algn="l">
              <a:lnSpc>
                <a:spcPct val="90000"/>
              </a:lnSpc>
              <a:spcBef>
                <a:spcPts val="800"/>
              </a:spcBef>
              <a:spcAft>
                <a:spcPts val="0"/>
              </a:spcAft>
              <a:buClr>
                <a:schemeClr val="dk1"/>
              </a:buClr>
              <a:buSzPts val="1500"/>
              <a:buNone/>
              <a:defRPr sz="1500"/>
            </a:lvl6pPr>
            <a:lvl7pPr indent="-228600" lvl="6" marL="3200400" algn="l">
              <a:lnSpc>
                <a:spcPct val="90000"/>
              </a:lnSpc>
              <a:spcBef>
                <a:spcPts val="800"/>
              </a:spcBef>
              <a:spcAft>
                <a:spcPts val="0"/>
              </a:spcAft>
              <a:buClr>
                <a:schemeClr val="dk1"/>
              </a:buClr>
              <a:buSzPts val="1500"/>
              <a:buNone/>
              <a:defRPr sz="1500"/>
            </a:lvl7pPr>
            <a:lvl8pPr indent="-228600" lvl="7" marL="3657600" algn="l">
              <a:lnSpc>
                <a:spcPct val="90000"/>
              </a:lnSpc>
              <a:spcBef>
                <a:spcPts val="800"/>
              </a:spcBef>
              <a:spcAft>
                <a:spcPts val="0"/>
              </a:spcAft>
              <a:buClr>
                <a:schemeClr val="dk1"/>
              </a:buClr>
              <a:buSzPts val="1500"/>
              <a:buNone/>
              <a:defRPr sz="1500"/>
            </a:lvl8pPr>
            <a:lvl9pPr indent="-228600" lvl="8" marL="4114800" algn="l">
              <a:lnSpc>
                <a:spcPct val="90000"/>
              </a:lnSpc>
              <a:spcBef>
                <a:spcPts val="800"/>
              </a:spcBef>
              <a:spcAft>
                <a:spcPts val="0"/>
              </a:spcAft>
              <a:buClr>
                <a:schemeClr val="dk1"/>
              </a:buClr>
              <a:buSzPts val="1500"/>
              <a:buNone/>
              <a:defRPr sz="1500"/>
            </a:lvl9pPr>
          </a:lstStyle>
          <a:p/>
        </p:txBody>
      </p:sp>
      <p:sp>
        <p:nvSpPr>
          <p:cNvPr id="62" name="Google Shape;62;g39dddbd7dcc_0_977"/>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3" name="Google Shape;63;g39dddbd7dcc_0_977"/>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4" name="Google Shape;64;g39dddbd7dcc_0_977"/>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g39dddbd7dcc_0_984"/>
          <p:cNvSpPr txBox="1"/>
          <p:nvPr>
            <p:ph type="title"/>
          </p:nvPr>
        </p:nvSpPr>
        <p:spPr>
          <a:xfrm>
            <a:off x="1259682" y="685800"/>
            <a:ext cx="5898300" cy="2400300"/>
          </a:xfrm>
          <a:prstGeom prst="rect">
            <a:avLst/>
          </a:prstGeom>
          <a:noFill/>
          <a:ln>
            <a:noFill/>
          </a:ln>
        </p:spPr>
        <p:txBody>
          <a:bodyPr anchorCtr="0" anchor="b" bIns="68550" lIns="137150" spcFirstLastPara="1" rIns="137150" wrap="square" tIns="68550">
            <a:norm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67" name="Google Shape;67;g39dddbd7dcc_0_984"/>
          <p:cNvSpPr/>
          <p:nvPr>
            <p:ph idx="2" type="pic"/>
          </p:nvPr>
        </p:nvSpPr>
        <p:spPr>
          <a:xfrm>
            <a:off x="7774782" y="1481138"/>
            <a:ext cx="9258300" cy="7310400"/>
          </a:xfrm>
          <a:prstGeom prst="rect">
            <a:avLst/>
          </a:prstGeom>
          <a:noFill/>
          <a:ln>
            <a:noFill/>
          </a:ln>
        </p:spPr>
      </p:sp>
      <p:sp>
        <p:nvSpPr>
          <p:cNvPr id="68" name="Google Shape;68;g39dddbd7dcc_0_984"/>
          <p:cNvSpPr txBox="1"/>
          <p:nvPr>
            <p:ph idx="1" type="body"/>
          </p:nvPr>
        </p:nvSpPr>
        <p:spPr>
          <a:xfrm>
            <a:off x="1259682" y="3086100"/>
            <a:ext cx="5898300" cy="5717400"/>
          </a:xfrm>
          <a:prstGeom prst="rect">
            <a:avLst/>
          </a:prstGeom>
          <a:noFill/>
          <a:ln>
            <a:noFill/>
          </a:ln>
        </p:spPr>
        <p:txBody>
          <a:bodyPr anchorCtr="0" anchor="t" bIns="68550" lIns="137150" spcFirstLastPara="1" rIns="137150" wrap="square" tIns="6855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800"/>
              </a:spcBef>
              <a:spcAft>
                <a:spcPts val="0"/>
              </a:spcAft>
              <a:buClr>
                <a:schemeClr val="dk1"/>
              </a:buClr>
              <a:buSzPts val="2100"/>
              <a:buNone/>
              <a:defRPr sz="2100"/>
            </a:lvl2pPr>
            <a:lvl3pPr indent="-228600" lvl="2" marL="1371600" algn="l">
              <a:lnSpc>
                <a:spcPct val="90000"/>
              </a:lnSpc>
              <a:spcBef>
                <a:spcPts val="800"/>
              </a:spcBef>
              <a:spcAft>
                <a:spcPts val="0"/>
              </a:spcAft>
              <a:buClr>
                <a:schemeClr val="dk1"/>
              </a:buClr>
              <a:buSzPts val="1800"/>
              <a:buNone/>
              <a:defRPr sz="1800"/>
            </a:lvl3pPr>
            <a:lvl4pPr indent="-228600" lvl="3" marL="1828800" algn="l">
              <a:lnSpc>
                <a:spcPct val="90000"/>
              </a:lnSpc>
              <a:spcBef>
                <a:spcPts val="800"/>
              </a:spcBef>
              <a:spcAft>
                <a:spcPts val="0"/>
              </a:spcAft>
              <a:buClr>
                <a:schemeClr val="dk1"/>
              </a:buClr>
              <a:buSzPts val="1500"/>
              <a:buNone/>
              <a:defRPr sz="1500"/>
            </a:lvl4pPr>
            <a:lvl5pPr indent="-228600" lvl="4" marL="2286000" algn="l">
              <a:lnSpc>
                <a:spcPct val="90000"/>
              </a:lnSpc>
              <a:spcBef>
                <a:spcPts val="800"/>
              </a:spcBef>
              <a:spcAft>
                <a:spcPts val="0"/>
              </a:spcAft>
              <a:buClr>
                <a:schemeClr val="dk1"/>
              </a:buClr>
              <a:buSzPts val="1500"/>
              <a:buNone/>
              <a:defRPr sz="1500"/>
            </a:lvl5pPr>
            <a:lvl6pPr indent="-228600" lvl="5" marL="2743200" algn="l">
              <a:lnSpc>
                <a:spcPct val="90000"/>
              </a:lnSpc>
              <a:spcBef>
                <a:spcPts val="800"/>
              </a:spcBef>
              <a:spcAft>
                <a:spcPts val="0"/>
              </a:spcAft>
              <a:buClr>
                <a:schemeClr val="dk1"/>
              </a:buClr>
              <a:buSzPts val="1500"/>
              <a:buNone/>
              <a:defRPr sz="1500"/>
            </a:lvl6pPr>
            <a:lvl7pPr indent="-228600" lvl="6" marL="3200400" algn="l">
              <a:lnSpc>
                <a:spcPct val="90000"/>
              </a:lnSpc>
              <a:spcBef>
                <a:spcPts val="800"/>
              </a:spcBef>
              <a:spcAft>
                <a:spcPts val="0"/>
              </a:spcAft>
              <a:buClr>
                <a:schemeClr val="dk1"/>
              </a:buClr>
              <a:buSzPts val="1500"/>
              <a:buNone/>
              <a:defRPr sz="1500"/>
            </a:lvl7pPr>
            <a:lvl8pPr indent="-228600" lvl="7" marL="3657600" algn="l">
              <a:lnSpc>
                <a:spcPct val="90000"/>
              </a:lnSpc>
              <a:spcBef>
                <a:spcPts val="800"/>
              </a:spcBef>
              <a:spcAft>
                <a:spcPts val="0"/>
              </a:spcAft>
              <a:buClr>
                <a:schemeClr val="dk1"/>
              </a:buClr>
              <a:buSzPts val="1500"/>
              <a:buNone/>
              <a:defRPr sz="1500"/>
            </a:lvl8pPr>
            <a:lvl9pPr indent="-228600" lvl="8" marL="4114800" algn="l">
              <a:lnSpc>
                <a:spcPct val="90000"/>
              </a:lnSpc>
              <a:spcBef>
                <a:spcPts val="800"/>
              </a:spcBef>
              <a:spcAft>
                <a:spcPts val="0"/>
              </a:spcAft>
              <a:buClr>
                <a:schemeClr val="dk1"/>
              </a:buClr>
              <a:buSzPts val="1500"/>
              <a:buNone/>
              <a:defRPr sz="1500"/>
            </a:lvl9pPr>
          </a:lstStyle>
          <a:p/>
        </p:txBody>
      </p:sp>
      <p:sp>
        <p:nvSpPr>
          <p:cNvPr id="69" name="Google Shape;69;g39dddbd7dcc_0_984"/>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0" name="Google Shape;70;g39dddbd7dcc_0_984"/>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1" name="Google Shape;71;g39dddbd7dcc_0_984"/>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g39dddbd7dcc_0_991"/>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4" name="Google Shape;74;g39dddbd7dcc_0_991"/>
          <p:cNvSpPr txBox="1"/>
          <p:nvPr>
            <p:ph idx="1" type="body"/>
          </p:nvPr>
        </p:nvSpPr>
        <p:spPr>
          <a:xfrm rot="5400000">
            <a:off x="5880600" y="-1884862"/>
            <a:ext cx="6526800" cy="157734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75" name="Google Shape;75;g39dddbd7dcc_0_991"/>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6" name="Google Shape;76;g39dddbd7dcc_0_991"/>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7" name="Google Shape;77;g39dddbd7dcc_0_991"/>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g39dddbd7dcc_0_997"/>
          <p:cNvSpPr txBox="1"/>
          <p:nvPr>
            <p:ph type="title"/>
          </p:nvPr>
        </p:nvSpPr>
        <p:spPr>
          <a:xfrm rot="5400000">
            <a:off x="10700250" y="2934938"/>
            <a:ext cx="8717700" cy="3943200"/>
          </a:xfrm>
          <a:prstGeom prst="rect">
            <a:avLst/>
          </a:prstGeom>
          <a:noFill/>
          <a:ln>
            <a:noFill/>
          </a:ln>
        </p:spPr>
        <p:txBody>
          <a:bodyPr anchorCtr="0" anchor="ctr" bIns="68550" lIns="137150" spcFirstLastPara="1" rIns="137150" wrap="square" tIns="68550">
            <a:norm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80" name="Google Shape;80;g39dddbd7dcc_0_997"/>
          <p:cNvSpPr txBox="1"/>
          <p:nvPr>
            <p:ph idx="1" type="body"/>
          </p:nvPr>
        </p:nvSpPr>
        <p:spPr>
          <a:xfrm rot="5400000">
            <a:off x="2699250" y="-894112"/>
            <a:ext cx="8717700" cy="11601300"/>
          </a:xfrm>
          <a:prstGeom prst="rect">
            <a:avLst/>
          </a:prstGeom>
          <a:noFill/>
          <a:ln>
            <a:noFill/>
          </a:ln>
        </p:spPr>
        <p:txBody>
          <a:bodyPr anchorCtr="0" anchor="t" bIns="68550" lIns="137150" spcFirstLastPara="1" rIns="137150" wrap="square" tIns="68550">
            <a:normAutofit/>
          </a:bodyPr>
          <a:lstStyle>
            <a:lvl1pPr indent="-400050" lvl="0" marL="457200" algn="l">
              <a:lnSpc>
                <a:spcPct val="90000"/>
              </a:lnSpc>
              <a:spcBef>
                <a:spcPts val="1500"/>
              </a:spcBef>
              <a:spcAft>
                <a:spcPts val="0"/>
              </a:spcAft>
              <a:buClr>
                <a:schemeClr val="dk1"/>
              </a:buClr>
              <a:buSzPts val="2700"/>
              <a:buChar char="•"/>
              <a:defRPr/>
            </a:lvl1pPr>
            <a:lvl2pPr indent="-400050" lvl="1" marL="914400" algn="l">
              <a:lnSpc>
                <a:spcPct val="90000"/>
              </a:lnSpc>
              <a:spcBef>
                <a:spcPts val="800"/>
              </a:spcBef>
              <a:spcAft>
                <a:spcPts val="0"/>
              </a:spcAft>
              <a:buClr>
                <a:schemeClr val="dk1"/>
              </a:buClr>
              <a:buSzPts val="2700"/>
              <a:buChar char="•"/>
              <a:defRPr/>
            </a:lvl2pPr>
            <a:lvl3pPr indent="-400050" lvl="2" marL="1371600" algn="l">
              <a:lnSpc>
                <a:spcPct val="90000"/>
              </a:lnSpc>
              <a:spcBef>
                <a:spcPts val="800"/>
              </a:spcBef>
              <a:spcAft>
                <a:spcPts val="0"/>
              </a:spcAft>
              <a:buClr>
                <a:schemeClr val="dk1"/>
              </a:buClr>
              <a:buSzPts val="2700"/>
              <a:buChar char="•"/>
              <a:defRPr/>
            </a:lvl3pPr>
            <a:lvl4pPr indent="-400050" lvl="3" marL="1828800" algn="l">
              <a:lnSpc>
                <a:spcPct val="90000"/>
              </a:lnSpc>
              <a:spcBef>
                <a:spcPts val="800"/>
              </a:spcBef>
              <a:spcAft>
                <a:spcPts val="0"/>
              </a:spcAft>
              <a:buClr>
                <a:schemeClr val="dk1"/>
              </a:buClr>
              <a:buSzPts val="2700"/>
              <a:buChar char="•"/>
              <a:defRPr/>
            </a:lvl4pPr>
            <a:lvl5pPr indent="-400050" lvl="4" marL="2286000" algn="l">
              <a:lnSpc>
                <a:spcPct val="90000"/>
              </a:lnSpc>
              <a:spcBef>
                <a:spcPts val="800"/>
              </a:spcBef>
              <a:spcAft>
                <a:spcPts val="0"/>
              </a:spcAft>
              <a:buClr>
                <a:schemeClr val="dk1"/>
              </a:buClr>
              <a:buSzPts val="2700"/>
              <a:buChar char="•"/>
              <a:defRPr/>
            </a:lvl5pPr>
            <a:lvl6pPr indent="-400050" lvl="5" marL="2743200" algn="l">
              <a:lnSpc>
                <a:spcPct val="90000"/>
              </a:lnSpc>
              <a:spcBef>
                <a:spcPts val="800"/>
              </a:spcBef>
              <a:spcAft>
                <a:spcPts val="0"/>
              </a:spcAft>
              <a:buClr>
                <a:schemeClr val="dk1"/>
              </a:buClr>
              <a:buSzPts val="2700"/>
              <a:buChar char="•"/>
              <a:defRPr/>
            </a:lvl6pPr>
            <a:lvl7pPr indent="-400050" lvl="6" marL="3200400" algn="l">
              <a:lnSpc>
                <a:spcPct val="90000"/>
              </a:lnSpc>
              <a:spcBef>
                <a:spcPts val="800"/>
              </a:spcBef>
              <a:spcAft>
                <a:spcPts val="0"/>
              </a:spcAft>
              <a:buClr>
                <a:schemeClr val="dk1"/>
              </a:buClr>
              <a:buSzPts val="2700"/>
              <a:buChar char="•"/>
              <a:defRPr/>
            </a:lvl7pPr>
            <a:lvl8pPr indent="-400050" lvl="7" marL="3657600" algn="l">
              <a:lnSpc>
                <a:spcPct val="90000"/>
              </a:lnSpc>
              <a:spcBef>
                <a:spcPts val="800"/>
              </a:spcBef>
              <a:spcAft>
                <a:spcPts val="0"/>
              </a:spcAft>
              <a:buClr>
                <a:schemeClr val="dk1"/>
              </a:buClr>
              <a:buSzPts val="2700"/>
              <a:buChar char="•"/>
              <a:defRPr/>
            </a:lvl8pPr>
            <a:lvl9pPr indent="-400050" lvl="8" marL="4114800" algn="l">
              <a:lnSpc>
                <a:spcPct val="90000"/>
              </a:lnSpc>
              <a:spcBef>
                <a:spcPts val="800"/>
              </a:spcBef>
              <a:spcAft>
                <a:spcPts val="0"/>
              </a:spcAft>
              <a:buClr>
                <a:schemeClr val="dk1"/>
              </a:buClr>
              <a:buSzPts val="2700"/>
              <a:buChar char="•"/>
              <a:defRPr/>
            </a:lvl9pPr>
          </a:lstStyle>
          <a:p/>
        </p:txBody>
      </p:sp>
      <p:sp>
        <p:nvSpPr>
          <p:cNvPr id="81" name="Google Shape;81;g39dddbd7dcc_0_997"/>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82" name="Google Shape;82;g39dddbd7dcc_0_997"/>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83" name="Google Shape;83;g39dddbd7dcc_0_997"/>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03" name="Google Shape;10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9" name="Google Shape;10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5" name="Google Shape;115;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6" name="Google Shape;11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2" name="Google Shape;122;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3" name="Google Shape;123;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4" name="Google Shape;124;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5" name="Google Shape;12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8"/>
          <p:cNvSpPr/>
          <p:nvPr>
            <p:ph idx="2" type="pic"/>
          </p:nvPr>
        </p:nvSpPr>
        <p:spPr>
          <a:xfrm>
            <a:off x="1792288" y="612775"/>
            <a:ext cx="5486400" cy="4114800"/>
          </a:xfrm>
          <a:prstGeom prst="rect">
            <a:avLst/>
          </a:prstGeom>
          <a:noFill/>
          <a:ln>
            <a:noFill/>
          </a:ln>
        </p:spPr>
      </p:sp>
      <p:sp>
        <p:nvSpPr>
          <p:cNvPr id="143" name="Google Shape;143;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9dddbd7dcc_0_928"/>
          <p:cNvSpPr txBox="1"/>
          <p:nvPr>
            <p:ph type="title"/>
          </p:nvPr>
        </p:nvSpPr>
        <p:spPr>
          <a:xfrm>
            <a:off x="1257300" y="547688"/>
            <a:ext cx="15773400" cy="1988700"/>
          </a:xfrm>
          <a:prstGeom prst="rect">
            <a:avLst/>
          </a:prstGeom>
          <a:noFill/>
          <a:ln>
            <a:noFill/>
          </a:ln>
        </p:spPr>
        <p:txBody>
          <a:bodyPr anchorCtr="0" anchor="ctr" bIns="68550" lIns="137150" spcFirstLastPara="1" rIns="137150" wrap="square" tIns="68550">
            <a:normAutofit/>
          </a:bodyPr>
          <a:lstStyle>
            <a:lvl1pPr lvl="0" marR="0" rtl="0" algn="l">
              <a:lnSpc>
                <a:spcPct val="90000"/>
              </a:lnSpc>
              <a:spcBef>
                <a:spcPts val="0"/>
              </a:spcBef>
              <a:spcAft>
                <a:spcPts val="0"/>
              </a:spcAft>
              <a:buClr>
                <a:schemeClr val="dk1"/>
              </a:buClr>
              <a:buSzPts val="6600"/>
              <a:buFont typeface="Calibri"/>
              <a:buNone/>
              <a:defRPr b="0" i="0" sz="6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100"/>
              <a:buFont typeface="Arial"/>
              <a:buNone/>
              <a:defRPr b="0" i="0" sz="2700" u="none" cap="none" strike="noStrike">
                <a:solidFill>
                  <a:srgbClr val="000000"/>
                </a:solidFill>
                <a:latin typeface="Arial"/>
                <a:ea typeface="Arial"/>
                <a:cs typeface="Arial"/>
                <a:sym typeface="Arial"/>
              </a:defRPr>
            </a:lvl9pPr>
          </a:lstStyle>
          <a:p/>
        </p:txBody>
      </p:sp>
      <p:sp>
        <p:nvSpPr>
          <p:cNvPr id="11" name="Google Shape;11;g39dddbd7dcc_0_928"/>
          <p:cNvSpPr txBox="1"/>
          <p:nvPr>
            <p:ph idx="1" type="body"/>
          </p:nvPr>
        </p:nvSpPr>
        <p:spPr>
          <a:xfrm>
            <a:off x="1257300" y="2738438"/>
            <a:ext cx="15773400" cy="6526800"/>
          </a:xfrm>
          <a:prstGeom prst="rect">
            <a:avLst/>
          </a:prstGeom>
          <a:noFill/>
          <a:ln>
            <a:noFill/>
          </a:ln>
        </p:spPr>
        <p:txBody>
          <a:bodyPr anchorCtr="0" anchor="t" bIns="68550" lIns="137150" spcFirstLastPara="1" rIns="137150" wrap="square" tIns="6855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1pPr>
            <a:lvl2pPr indent="-457200" lvl="1" marL="914400" marR="0" rtl="0" algn="l">
              <a:lnSpc>
                <a:spcPct val="90000"/>
              </a:lnSpc>
              <a:spcBef>
                <a:spcPts val="8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8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8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 name="Google Shape;12;g39dddbd7dcc_0_928"/>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marR="0" rtl="0" algn="l">
              <a:lnSpc>
                <a:spcPct val="100000"/>
              </a:lnSpc>
              <a:spcBef>
                <a:spcPts val="0"/>
              </a:spcBef>
              <a:spcAft>
                <a:spcPts val="0"/>
              </a:spcAft>
              <a:buClr>
                <a:srgbClr val="000000"/>
              </a:buClr>
              <a:buSzPts val="21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9pPr>
          </a:lstStyle>
          <a:p/>
        </p:txBody>
      </p:sp>
      <p:sp>
        <p:nvSpPr>
          <p:cNvPr id="13" name="Google Shape;13;g39dddbd7dcc_0_928"/>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marR="0" rtl="0" algn="ctr">
              <a:lnSpc>
                <a:spcPct val="100000"/>
              </a:lnSpc>
              <a:spcBef>
                <a:spcPts val="0"/>
              </a:spcBef>
              <a:spcAft>
                <a:spcPts val="0"/>
              </a:spcAft>
              <a:buClr>
                <a:srgbClr val="000000"/>
              </a:buClr>
              <a:buSzPts val="21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100"/>
              <a:buFont typeface="Arial"/>
              <a:buNone/>
              <a:defRPr b="0" i="0" sz="2700" u="none" cap="none" strike="noStrike">
                <a:solidFill>
                  <a:schemeClr val="dk1"/>
                </a:solidFill>
                <a:latin typeface="Calibri"/>
                <a:ea typeface="Calibri"/>
                <a:cs typeface="Calibri"/>
                <a:sym typeface="Calibri"/>
              </a:defRPr>
            </a:lvl9pPr>
          </a:lstStyle>
          <a:p/>
        </p:txBody>
      </p:sp>
      <p:sp>
        <p:nvSpPr>
          <p:cNvPr id="14" name="Google Shape;14;g39dddbd7dcc_0_928"/>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leetcode.com/problems/implement-queue-using-stacks/" TargetMode="External"/><Relationship Id="rId4" Type="http://schemas.openxmlformats.org/officeDocument/2006/relationships/hyperlink" Target="https://leetcode.com/problems/evaluate-reverse-polish-notation/" TargetMode="External"/><Relationship Id="rId5" Type="http://schemas.openxmlformats.org/officeDocument/2006/relationships/hyperlink" Target="https://leetcode.com/problems/implement-queue-using-stacks/" TargetMode="External"/><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leetcode.com/problems/implement-queue-using-stacks/" TargetMode="External"/><Relationship Id="rId4" Type="http://schemas.openxmlformats.org/officeDocument/2006/relationships/hyperlink" Target="https://leetcode.com/problems/implement-queue-using-stacks/" TargetMode="External"/><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leetcode.com/problems/implement-queue-using-stacks/" TargetMode="External"/><Relationship Id="rId4" Type="http://schemas.openxmlformats.org/officeDocument/2006/relationships/hyperlink" Target="https://leetcode.com/problems/implement-queue-using-stacks/" TargetMode="External"/><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leetcode.com/problems/implement-queue-using-stacks/" TargetMode="External"/><Relationship Id="rId4" Type="http://schemas.openxmlformats.org/officeDocument/2006/relationships/hyperlink" Target="https://leetcode.com/problems/implement-queue-using-stacks/" TargetMode="External"/><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leetcode.com/problems/implement-queue-using-stacks/" TargetMode="External"/><Relationship Id="rId4" Type="http://schemas.openxmlformats.org/officeDocument/2006/relationships/hyperlink" Target="https://leetcode.com/problems/implement-queue-using-stacks/" TargetMode="External"/><Relationship Id="rId5" Type="http://schemas.openxmlformats.org/officeDocument/2006/relationships/image" Target="../media/image7.png"/><Relationship Id="rId6"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grpSp>
        <p:nvGrpSpPr>
          <p:cNvPr id="163" name="Google Shape;163;g3a493e1ca0d_0_0"/>
          <p:cNvGrpSpPr/>
          <p:nvPr/>
        </p:nvGrpSpPr>
        <p:grpSpPr>
          <a:xfrm>
            <a:off x="0" y="123150"/>
            <a:ext cx="17533800" cy="1543163"/>
            <a:chOff x="0" y="82100"/>
            <a:chExt cx="11689200" cy="1028775"/>
          </a:xfrm>
        </p:grpSpPr>
        <p:pic>
          <p:nvPicPr>
            <p:cNvPr id="164" name="Google Shape;164;g3a493e1ca0d_0_0"/>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165" name="Google Shape;165;g3a493e1ca0d_0_0"/>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2700"/>
                <a:buFont typeface="Arial"/>
                <a:buNone/>
              </a:pPr>
              <a:r>
                <a:rPr b="1" lang="en-US" sz="2700"/>
                <a:t>Artificial Intelligence &amp; Data Science</a:t>
              </a:r>
              <a:endParaRPr b="1" sz="2700"/>
            </a:p>
          </p:txBody>
        </p:sp>
      </p:grpSp>
      <p:sp>
        <p:nvSpPr>
          <p:cNvPr id="166" name="Google Shape;166;g3a493e1ca0d_0_0"/>
          <p:cNvSpPr/>
          <p:nvPr/>
        </p:nvSpPr>
        <p:spPr>
          <a:xfrm>
            <a:off x="8" y="2933767"/>
            <a:ext cx="18286730" cy="2911507"/>
          </a:xfrm>
          <a:custGeom>
            <a:rect b="b" l="l" r="r" t="t"/>
            <a:pathLst>
              <a:path extrusionOk="0" h="2628900" w="7556500">
                <a:moveTo>
                  <a:pt x="0" y="2628900"/>
                </a:moveTo>
                <a:lnTo>
                  <a:pt x="0" y="0"/>
                </a:lnTo>
                <a:lnTo>
                  <a:pt x="7556500" y="0"/>
                </a:lnTo>
                <a:lnTo>
                  <a:pt x="7556500" y="2628900"/>
                </a:lnTo>
                <a:lnTo>
                  <a:pt x="0" y="2628900"/>
                </a:lnTo>
                <a:close/>
              </a:path>
            </a:pathLst>
          </a:custGeom>
          <a:solidFill>
            <a:srgbClr val="1F487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167" name="Google Shape;167;g3a493e1ca0d_0_0"/>
          <p:cNvSpPr txBox="1"/>
          <p:nvPr/>
        </p:nvSpPr>
        <p:spPr>
          <a:xfrm>
            <a:off x="567900" y="3698662"/>
            <a:ext cx="16398000" cy="1149900"/>
          </a:xfrm>
          <a:prstGeom prst="rect">
            <a:avLst/>
          </a:prstGeom>
          <a:noFill/>
          <a:ln>
            <a:noFill/>
          </a:ln>
        </p:spPr>
        <p:txBody>
          <a:bodyPr anchorCtr="0" anchor="t" bIns="137150" lIns="137150" spcFirstLastPara="1" rIns="137150" wrap="square" tIns="137150">
            <a:spAutoFit/>
          </a:bodyPr>
          <a:lstStyle/>
          <a:p>
            <a:pPr indent="0" lvl="0" marL="0" marR="0" rtl="0" algn="ctr">
              <a:lnSpc>
                <a:spcPct val="90000"/>
              </a:lnSpc>
              <a:spcBef>
                <a:spcPts val="1500"/>
              </a:spcBef>
              <a:spcAft>
                <a:spcPts val="0"/>
              </a:spcAft>
              <a:buClr>
                <a:schemeClr val="dk1"/>
              </a:buClr>
              <a:buSzPts val="3600"/>
              <a:buFont typeface="Arial"/>
              <a:buNone/>
            </a:pPr>
            <a:r>
              <a:rPr b="1" i="0" lang="en-US" sz="6300" u="none" cap="none" strike="noStrike">
                <a:solidFill>
                  <a:schemeClr val="lt1"/>
                </a:solidFill>
                <a:latin typeface="Cambria"/>
                <a:ea typeface="Cambria"/>
                <a:cs typeface="Cambria"/>
                <a:sym typeface="Cambria"/>
              </a:rPr>
              <a:t>Evaluation of Expressions Using Stack</a:t>
            </a:r>
            <a:endParaRPr b="1" i="0" sz="6300" u="none" cap="none" strike="noStrike">
              <a:solidFill>
                <a:schemeClr val="lt1"/>
              </a:solidFill>
              <a:latin typeface="Cambria"/>
              <a:ea typeface="Cambria"/>
              <a:cs typeface="Cambria"/>
              <a:sym typeface="Cambria"/>
            </a:endParaRPr>
          </a:p>
        </p:txBody>
      </p:sp>
      <p:sp>
        <p:nvSpPr>
          <p:cNvPr id="168" name="Google Shape;168;g3a493e1ca0d_0_0"/>
          <p:cNvSpPr/>
          <p:nvPr/>
        </p:nvSpPr>
        <p:spPr>
          <a:xfrm>
            <a:off x="685482" y="8402114"/>
            <a:ext cx="7665900" cy="1523700"/>
          </a:xfrm>
          <a:prstGeom prst="rect">
            <a:avLst/>
          </a:prstGeom>
          <a:noFill/>
          <a:ln>
            <a:noFill/>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4100"/>
              <a:buFont typeface="Arial"/>
              <a:buNone/>
            </a:pPr>
            <a:r>
              <a:rPr b="1" i="0" lang="en-US" sz="4100" u="none" cap="none" strike="noStrike">
                <a:solidFill>
                  <a:schemeClr val="dk1"/>
                </a:solidFill>
                <a:latin typeface="Calibri"/>
                <a:ea typeface="Calibri"/>
                <a:cs typeface="Calibri"/>
                <a:sym typeface="Calibri"/>
              </a:rPr>
              <a:t>Mr. </a:t>
            </a:r>
            <a:r>
              <a:rPr b="1" lang="en-US" sz="4100">
                <a:solidFill>
                  <a:schemeClr val="dk1"/>
                </a:solidFill>
                <a:latin typeface="Calibri"/>
                <a:ea typeface="Calibri"/>
                <a:cs typeface="Calibri"/>
                <a:sym typeface="Calibri"/>
              </a:rPr>
              <a:t>Prakash Kumar Pandey</a:t>
            </a:r>
            <a:br>
              <a:rPr b="1" i="0" lang="en-US" sz="1600" u="none" cap="none" strike="noStrike">
                <a:solidFill>
                  <a:schemeClr val="dk1"/>
                </a:solidFill>
                <a:latin typeface="Calibri"/>
                <a:ea typeface="Calibri"/>
                <a:cs typeface="Calibri"/>
                <a:sym typeface="Calibri"/>
              </a:rPr>
            </a:br>
            <a:r>
              <a:rPr b="1" i="0" lang="en-US" sz="2700" u="none" cap="none" strike="noStrike">
                <a:solidFill>
                  <a:schemeClr val="dk1"/>
                </a:solidFill>
                <a:latin typeface="Calibri"/>
                <a:ea typeface="Calibri"/>
                <a:cs typeface="Calibri"/>
                <a:sym typeface="Calibri"/>
              </a:rPr>
              <a:t>Assistant Professor</a:t>
            </a:r>
            <a:endParaRPr b="0" i="0" sz="2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1" lang="en-US" sz="2300">
                <a:solidFill>
                  <a:schemeClr val="dk1"/>
                </a:solidFill>
                <a:latin typeface="Calibri"/>
                <a:ea typeface="Calibri"/>
                <a:cs typeface="Calibri"/>
                <a:sym typeface="Calibri"/>
              </a:rPr>
              <a:t>Artificial Intelligence &amp; Data Science</a:t>
            </a:r>
            <a:endParaRPr b="1" sz="23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1" sz="23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aphicFrame>
        <p:nvGraphicFramePr>
          <p:cNvPr id="173" name="Google Shape;173;g39dddbd7dcc_0_162"/>
          <p:cNvGraphicFramePr/>
          <p:nvPr/>
        </p:nvGraphicFramePr>
        <p:xfrm>
          <a:off x="4964309" y="1898759"/>
          <a:ext cx="3000000" cy="3000000"/>
        </p:xfrm>
        <a:graphic>
          <a:graphicData uri="http://schemas.openxmlformats.org/drawingml/2006/table">
            <a:tbl>
              <a:tblPr>
                <a:noFill/>
                <a:tableStyleId>{586C3497-5B3A-4DFA-864F-0A104D13819F}</a:tableStyleId>
              </a:tblPr>
              <a:tblGrid>
                <a:gridCol w="8014275"/>
              </a:tblGrid>
              <a:tr h="537225">
                <a:tc>
                  <a:txBody>
                    <a:bodyPr/>
                    <a:lstStyle/>
                    <a:p>
                      <a:pPr indent="0" lvl="0" marL="0" marR="0" rtl="0" algn="ctr">
                        <a:lnSpc>
                          <a:spcPct val="100000"/>
                        </a:lnSpc>
                        <a:spcBef>
                          <a:spcPts val="0"/>
                        </a:spcBef>
                        <a:spcAft>
                          <a:spcPts val="0"/>
                        </a:spcAft>
                        <a:buClr>
                          <a:srgbClr val="000000"/>
                        </a:buClr>
                        <a:buSzPts val="3600"/>
                        <a:buFont typeface="Cambria"/>
                        <a:buNone/>
                      </a:pPr>
                      <a:r>
                        <a:rPr b="1" i="0" lang="en-US" sz="3600" u="none" cap="none" strike="noStrike">
                          <a:solidFill>
                            <a:srgbClr val="000000"/>
                          </a:solidFill>
                          <a:latin typeface="Cambria"/>
                          <a:ea typeface="Cambria"/>
                          <a:cs typeface="Cambria"/>
                          <a:sym typeface="Cambria"/>
                        </a:rPr>
                        <a:t>Lesson Plan</a:t>
                      </a:r>
                      <a:endParaRPr sz="36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bl>
          </a:graphicData>
        </a:graphic>
      </p:graphicFrame>
      <p:graphicFrame>
        <p:nvGraphicFramePr>
          <p:cNvPr id="174" name="Google Shape;174;g39dddbd7dcc_0_162"/>
          <p:cNvGraphicFramePr/>
          <p:nvPr/>
        </p:nvGraphicFramePr>
        <p:xfrm>
          <a:off x="2191611" y="4119414"/>
          <a:ext cx="3000000" cy="3000000"/>
        </p:xfrm>
        <a:graphic>
          <a:graphicData uri="http://schemas.openxmlformats.org/drawingml/2006/table">
            <a:tbl>
              <a:tblPr>
                <a:noFill/>
                <a:tableStyleId>{586C3497-5B3A-4DFA-864F-0A104D13819F}</a:tableStyleId>
              </a:tblPr>
              <a:tblGrid>
                <a:gridCol w="4297700"/>
                <a:gridCol w="9291500"/>
              </a:tblGrid>
              <a:tr h="240050">
                <a:tc>
                  <a:txBody>
                    <a:bodyPr/>
                    <a:lstStyle/>
                    <a:p>
                      <a:pPr indent="0" lvl="0" marL="0" marR="0" rtl="0" algn="ctr">
                        <a:lnSpc>
                          <a:spcPct val="100000"/>
                        </a:lnSpc>
                        <a:spcBef>
                          <a:spcPts val="0"/>
                        </a:spcBef>
                        <a:spcAft>
                          <a:spcPts val="0"/>
                        </a:spcAft>
                        <a:buClr>
                          <a:srgbClr val="000000"/>
                        </a:buClr>
                        <a:buSzPts val="2700"/>
                        <a:buFont typeface="Cambria"/>
                        <a:buNone/>
                      </a:pPr>
                      <a:r>
                        <a:rPr b="1" i="0" lang="en-US" sz="2700" u="none" cap="none" strike="noStrike">
                          <a:solidFill>
                            <a:srgbClr val="000000"/>
                          </a:solidFill>
                          <a:latin typeface="Cambria"/>
                          <a:ea typeface="Cambria"/>
                          <a:cs typeface="Cambria"/>
                          <a:sym typeface="Cambria"/>
                        </a:rPr>
                        <a:t>Subject/Course</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70C0"/>
                        </a:buClr>
                        <a:buSzPts val="2700"/>
                        <a:buFont typeface="Cambria"/>
                        <a:buNone/>
                      </a:pPr>
                      <a:r>
                        <a:rPr b="1" i="0" lang="en-US" sz="2700" u="none" cap="none" strike="noStrike">
                          <a:solidFill>
                            <a:srgbClr val="0070C0"/>
                          </a:solidFill>
                          <a:latin typeface="Cambria"/>
                          <a:ea typeface="Cambria"/>
                          <a:cs typeface="Cambria"/>
                          <a:sym typeface="Cambria"/>
                        </a:rPr>
                        <a:t>Competitive Coding</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240050">
                <a:tc>
                  <a:txBody>
                    <a:bodyPr/>
                    <a:lstStyle/>
                    <a:p>
                      <a:pPr indent="0" lvl="0" marL="0" marR="0" rtl="0" algn="ctr">
                        <a:lnSpc>
                          <a:spcPct val="100000"/>
                        </a:lnSpc>
                        <a:spcBef>
                          <a:spcPts val="0"/>
                        </a:spcBef>
                        <a:spcAft>
                          <a:spcPts val="0"/>
                        </a:spcAft>
                        <a:buClr>
                          <a:srgbClr val="000000"/>
                        </a:buClr>
                        <a:buSzPts val="2700"/>
                        <a:buFont typeface="Cambria"/>
                        <a:buNone/>
                      </a:pPr>
                      <a:r>
                        <a:rPr b="1" i="0" lang="en-US" sz="2700" u="none" cap="none" strike="noStrike">
                          <a:solidFill>
                            <a:srgbClr val="000000"/>
                          </a:solidFill>
                          <a:latin typeface="Cambria"/>
                          <a:ea typeface="Cambria"/>
                          <a:cs typeface="Cambria"/>
                          <a:sym typeface="Cambria"/>
                        </a:rPr>
                        <a:t>Lesson Title</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70C0"/>
                        </a:buClr>
                        <a:buSzPts val="2700"/>
                        <a:buFont typeface="Cambria"/>
                        <a:buNone/>
                      </a:pPr>
                      <a:r>
                        <a:rPr b="1" lang="en-US" sz="2700" u="none" cap="none" strike="noStrike">
                          <a:solidFill>
                            <a:srgbClr val="0070C0"/>
                          </a:solidFill>
                          <a:latin typeface="Cambria"/>
                          <a:ea typeface="Cambria"/>
                          <a:cs typeface="Cambria"/>
                          <a:sym typeface="Cambria"/>
                        </a:rPr>
                        <a:t>Evaluation of Expressions Using Stack</a:t>
                      </a:r>
                      <a:endParaRPr b="1" sz="2700" u="none" cap="none" strike="noStrike">
                        <a:solidFill>
                          <a:srgbClr val="0070C0"/>
                        </a:solidFill>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bl>
          </a:graphicData>
        </a:graphic>
      </p:graphicFrame>
      <p:graphicFrame>
        <p:nvGraphicFramePr>
          <p:cNvPr id="175" name="Google Shape;175;g39dddbd7dcc_0_162"/>
          <p:cNvGraphicFramePr/>
          <p:nvPr/>
        </p:nvGraphicFramePr>
        <p:xfrm>
          <a:off x="2206598" y="5392936"/>
          <a:ext cx="3000000" cy="3000000"/>
        </p:xfrm>
        <a:graphic>
          <a:graphicData uri="http://schemas.openxmlformats.org/drawingml/2006/table">
            <a:tbl>
              <a:tblPr>
                <a:noFill/>
                <a:tableStyleId>{586C3497-5B3A-4DFA-864F-0A104D13819F}</a:tableStyleId>
              </a:tblPr>
              <a:tblGrid>
                <a:gridCol w="13559175"/>
              </a:tblGrid>
              <a:tr h="308625">
                <a:tc>
                  <a:txBody>
                    <a:bodyPr/>
                    <a:lstStyle/>
                    <a:p>
                      <a:pPr indent="0" lvl="0" marL="0" marR="0" rtl="0" algn="ctr">
                        <a:lnSpc>
                          <a:spcPct val="100000"/>
                        </a:lnSpc>
                        <a:spcBef>
                          <a:spcPts val="0"/>
                        </a:spcBef>
                        <a:spcAft>
                          <a:spcPts val="0"/>
                        </a:spcAft>
                        <a:buClr>
                          <a:srgbClr val="C00000"/>
                        </a:buClr>
                        <a:buSzPts val="2700"/>
                        <a:buFont typeface="Cambria"/>
                        <a:buNone/>
                      </a:pPr>
                      <a:r>
                        <a:rPr b="1" i="0" lang="en-US" sz="2700" u="none" cap="none" strike="noStrike">
                          <a:solidFill>
                            <a:srgbClr val="C00000"/>
                          </a:solidFill>
                          <a:latin typeface="Cambria"/>
                          <a:ea typeface="Cambria"/>
                          <a:cs typeface="Cambria"/>
                          <a:sym typeface="Cambria"/>
                        </a:rPr>
                        <a:t>Lesson Objectives</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308625">
                <a:tc>
                  <a:txBody>
                    <a:bodyPr/>
                    <a:lstStyle/>
                    <a:p>
                      <a:pPr indent="0" lvl="0" marL="0" marR="0" rtl="0" algn="l">
                        <a:lnSpc>
                          <a:spcPct val="100000"/>
                        </a:lnSpc>
                        <a:spcBef>
                          <a:spcPts val="0"/>
                        </a:spcBef>
                        <a:spcAft>
                          <a:spcPts val="0"/>
                        </a:spcAft>
                        <a:buClr>
                          <a:srgbClr val="000000"/>
                        </a:buClr>
                        <a:buSzPts val="2700"/>
                        <a:buFont typeface="Cambria"/>
                        <a:buNone/>
                      </a:pPr>
                      <a:r>
                        <a:rPr lang="en-US" sz="2700" u="none" cap="none" strike="noStrike">
                          <a:latin typeface="Cambria"/>
                          <a:ea typeface="Cambria"/>
                          <a:cs typeface="Cambria"/>
                          <a:sym typeface="Cambria"/>
                        </a:rPr>
                        <a:t>Learn how operators and operands are handled using LIFO principle.</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308625">
                <a:tc>
                  <a:txBody>
                    <a:bodyPr/>
                    <a:lstStyle/>
                    <a:p>
                      <a:pPr indent="0" lvl="0" marL="0" marR="0" rtl="0" algn="l">
                        <a:lnSpc>
                          <a:spcPct val="100000"/>
                        </a:lnSpc>
                        <a:spcBef>
                          <a:spcPts val="0"/>
                        </a:spcBef>
                        <a:spcAft>
                          <a:spcPts val="0"/>
                        </a:spcAft>
                        <a:buClr>
                          <a:srgbClr val="000000"/>
                        </a:buClr>
                        <a:buSzPts val="2700"/>
                        <a:buFont typeface="Cambria"/>
                        <a:buNone/>
                      </a:pPr>
                      <a:r>
                        <a:rPr lang="en-US" sz="2700" u="none" cap="none" strike="noStrike">
                          <a:latin typeface="Cambria"/>
                          <a:ea typeface="Cambria"/>
                          <a:cs typeface="Cambria"/>
                          <a:sym typeface="Cambria"/>
                        </a:rPr>
                        <a:t>Implement a program to evaluate a postfix expression using a stack.</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480075">
                <a:tc>
                  <a:txBody>
                    <a:bodyPr/>
                    <a:lstStyle/>
                    <a:p>
                      <a:pPr indent="0" lvl="0" marL="0" marR="0" rtl="0" algn="l">
                        <a:lnSpc>
                          <a:spcPct val="100000"/>
                        </a:lnSpc>
                        <a:spcBef>
                          <a:spcPts val="0"/>
                        </a:spcBef>
                        <a:spcAft>
                          <a:spcPts val="0"/>
                        </a:spcAft>
                        <a:buClr>
                          <a:schemeClr val="dk1"/>
                        </a:buClr>
                        <a:buSzPts val="2700"/>
                        <a:buFont typeface="Cambria"/>
                        <a:buNone/>
                      </a:pPr>
                      <a:r>
                        <a:rPr lang="en-US" sz="2700" u="none" cap="none" strike="noStrike">
                          <a:latin typeface="Cambria"/>
                          <a:ea typeface="Cambria"/>
                          <a:cs typeface="Cambria"/>
                          <a:sym typeface="Cambria"/>
                        </a:rPr>
                        <a:t>Understand how this concept applies in compilers and calculators.</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r h="480075">
                <a:tc>
                  <a:txBody>
                    <a:bodyPr/>
                    <a:lstStyle/>
                    <a:p>
                      <a:pPr indent="0" lvl="0" marL="0" marR="0" rtl="0" algn="l">
                        <a:lnSpc>
                          <a:spcPct val="100000"/>
                        </a:lnSpc>
                        <a:spcBef>
                          <a:spcPts val="0"/>
                        </a:spcBef>
                        <a:spcAft>
                          <a:spcPts val="0"/>
                        </a:spcAft>
                        <a:buClr>
                          <a:schemeClr val="dk1"/>
                        </a:buClr>
                        <a:buSzPts val="2700"/>
                        <a:buFont typeface="Cambria"/>
                        <a:buNone/>
                      </a:pPr>
                      <a:r>
                        <a:t/>
                      </a:r>
                      <a:endParaRPr sz="2700" u="none" cap="none" strike="noStrike">
                        <a:latin typeface="Cambria"/>
                        <a:ea typeface="Cambria"/>
                        <a:cs typeface="Cambria"/>
                        <a:sym typeface="Cambria"/>
                      </a:endParaRPr>
                    </a:p>
                  </a:txBody>
                  <a:tcPr marT="57150" marB="57150" marR="114300" marL="114300" anchor="ctr">
                    <a:lnL cap="flat" cmpd="sng" w="14675">
                      <a:solidFill>
                        <a:srgbClr val="000000"/>
                      </a:solidFill>
                      <a:prstDash val="solid"/>
                      <a:round/>
                      <a:headEnd len="sm" w="sm" type="none"/>
                      <a:tailEnd len="sm" w="sm" type="none"/>
                    </a:lnL>
                    <a:lnR cap="flat" cmpd="sng" w="14675">
                      <a:solidFill>
                        <a:srgbClr val="000000"/>
                      </a:solidFill>
                      <a:prstDash val="solid"/>
                      <a:round/>
                      <a:headEnd len="sm" w="sm" type="none"/>
                      <a:tailEnd len="sm" w="sm" type="none"/>
                    </a:lnR>
                    <a:lnT cap="flat" cmpd="sng" w="14675">
                      <a:solidFill>
                        <a:srgbClr val="000000"/>
                      </a:solidFill>
                      <a:prstDash val="solid"/>
                      <a:round/>
                      <a:headEnd len="sm" w="sm" type="none"/>
                      <a:tailEnd len="sm" w="sm" type="none"/>
                    </a:lnT>
                    <a:lnB cap="flat" cmpd="sng" w="14675">
                      <a:solidFill>
                        <a:srgbClr val="000000"/>
                      </a:solidFill>
                      <a:prstDash val="solid"/>
                      <a:round/>
                      <a:headEnd len="sm" w="sm" type="none"/>
                      <a:tailEnd len="sm" w="sm" type="none"/>
                    </a:lnB>
                    <a:solidFill>
                      <a:srgbClr val="FFFFFF"/>
                    </a:solidFill>
                  </a:tcPr>
                </a:tc>
              </a:tr>
            </a:tbl>
          </a:graphicData>
        </a:graphic>
      </p:graphicFrame>
      <p:grpSp>
        <p:nvGrpSpPr>
          <p:cNvPr id="176" name="Google Shape;176;g39dddbd7dcc_0_162"/>
          <p:cNvGrpSpPr/>
          <p:nvPr/>
        </p:nvGrpSpPr>
        <p:grpSpPr>
          <a:xfrm>
            <a:off x="0" y="123150"/>
            <a:ext cx="17533800" cy="1633130"/>
            <a:chOff x="0" y="82100"/>
            <a:chExt cx="11689200" cy="1088753"/>
          </a:xfrm>
        </p:grpSpPr>
        <p:pic>
          <p:nvPicPr>
            <p:cNvPr id="177" name="Google Shape;177;g39dddbd7dcc_0_162"/>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178" name="Google Shape;178;g39dddbd7dcc_0_162"/>
            <p:cNvSpPr txBox="1"/>
            <p:nvPr/>
          </p:nvSpPr>
          <p:spPr>
            <a:xfrm>
              <a:off x="6033600" y="431953"/>
              <a:ext cx="5655600" cy="7389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2700"/>
                <a:buFont typeface="Arial"/>
                <a:buNone/>
              </a:pPr>
              <a:r>
                <a:rPr b="1" lang="en-US" sz="2700"/>
                <a:t>Artificial Intelligence &amp; Data Science</a:t>
              </a:r>
              <a:endParaRPr b="1" sz="2700"/>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9dddbd7dcc_0_247"/>
          <p:cNvSpPr txBox="1"/>
          <p:nvPr>
            <p:ph type="title"/>
          </p:nvPr>
        </p:nvSpPr>
        <p:spPr>
          <a:xfrm>
            <a:off x="1452716" y="1290846"/>
            <a:ext cx="12344400" cy="17145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rgbClr val="000000"/>
              </a:buClr>
              <a:buSzPts val="6000"/>
              <a:buFont typeface="Cambria"/>
              <a:buNone/>
            </a:pPr>
            <a:r>
              <a:rPr b="1" lang="en-US" sz="6000">
                <a:solidFill>
                  <a:srgbClr val="000000"/>
                </a:solidFill>
                <a:latin typeface="Cambria"/>
                <a:ea typeface="Cambria"/>
                <a:cs typeface="Cambria"/>
                <a:sym typeface="Cambria"/>
              </a:rPr>
              <a:t>Problem Statement: </a:t>
            </a:r>
            <a:endParaRPr sz="6000"/>
          </a:p>
        </p:txBody>
      </p:sp>
      <p:sp>
        <p:nvSpPr>
          <p:cNvPr id="184" name="Google Shape;184;g39dddbd7dcc_0_247"/>
          <p:cNvSpPr txBox="1"/>
          <p:nvPr>
            <p:ph idx="1" type="body"/>
          </p:nvPr>
        </p:nvSpPr>
        <p:spPr>
          <a:xfrm>
            <a:off x="1452712" y="3279189"/>
            <a:ext cx="15434100" cy="6789000"/>
          </a:xfrm>
          <a:prstGeom prst="rect">
            <a:avLst/>
          </a:prstGeom>
          <a:noFill/>
          <a:ln>
            <a:noFill/>
          </a:ln>
        </p:spPr>
        <p:txBody>
          <a:bodyPr anchorCtr="0" anchor="t" bIns="68550" lIns="137150" spcFirstLastPara="1" rIns="137150" wrap="square" tIns="68550">
            <a:normAutofit/>
          </a:bodyPr>
          <a:lstStyle/>
          <a:p>
            <a:pPr indent="0" lvl="0" marL="0" rtl="0" algn="just">
              <a:lnSpc>
                <a:spcPct val="90000"/>
              </a:lnSpc>
              <a:spcBef>
                <a:spcPts val="1500"/>
              </a:spcBef>
              <a:spcAft>
                <a:spcPts val="0"/>
              </a:spcAft>
              <a:buClr>
                <a:schemeClr val="dk1"/>
              </a:buClr>
              <a:buSzPts val="3600"/>
              <a:buNone/>
            </a:pPr>
            <a:r>
              <a:rPr lang="en-US" sz="3600">
                <a:latin typeface="Cambria"/>
                <a:ea typeface="Cambria"/>
                <a:cs typeface="Cambria"/>
                <a:sym typeface="Cambria"/>
              </a:rPr>
              <a:t>Write a program to deal with real-world situations where Stack data structure is widely used Evaluation of expression: Stacks are used to evaluate expressions, especially in languages that use postfix or prefix notation. Operators and operands are pushed onto the stack, and operations are performed based on the LIFO principle.</a:t>
            </a:r>
            <a:endParaRPr sz="3600">
              <a:latin typeface="Cambria"/>
              <a:ea typeface="Cambria"/>
              <a:cs typeface="Cambria"/>
              <a:sym typeface="Cambria"/>
            </a:endParaRPr>
          </a:p>
          <a:p>
            <a:pPr indent="0" lvl="0" marL="0" rtl="0" algn="just">
              <a:lnSpc>
                <a:spcPct val="90000"/>
              </a:lnSpc>
              <a:spcBef>
                <a:spcPts val="1500"/>
              </a:spcBef>
              <a:spcAft>
                <a:spcPts val="0"/>
              </a:spcAft>
              <a:buClr>
                <a:schemeClr val="dk1"/>
              </a:buClr>
              <a:buSzPts val="3600"/>
              <a:buNone/>
            </a:pPr>
            <a:br>
              <a:rPr lang="en-US" sz="3600">
                <a:latin typeface="Cambria"/>
                <a:ea typeface="Cambria"/>
                <a:cs typeface="Cambria"/>
                <a:sym typeface="Cambria"/>
              </a:rPr>
            </a:br>
            <a:r>
              <a:rPr b="1" lang="en-US" sz="3600">
                <a:latin typeface="Cambria"/>
                <a:ea typeface="Cambria"/>
                <a:cs typeface="Cambria"/>
                <a:sym typeface="Cambria"/>
              </a:rPr>
              <a:t>Objective :</a:t>
            </a:r>
            <a:br>
              <a:rPr lang="en-US" sz="3600">
                <a:latin typeface="Cambria"/>
                <a:ea typeface="Cambria"/>
                <a:cs typeface="Cambria"/>
                <a:sym typeface="Cambria"/>
              </a:rPr>
            </a:br>
            <a:r>
              <a:rPr lang="en-US" sz="3600">
                <a:latin typeface="Cambria"/>
                <a:ea typeface="Cambria"/>
                <a:cs typeface="Cambria"/>
                <a:sym typeface="Cambria"/>
              </a:rPr>
              <a:t>To understand how the Stack data structure is used in evaluating mathematical expressions like postfix (</a:t>
            </a:r>
            <a:r>
              <a:rPr lang="en-US" sz="3600">
                <a:solidFill>
                  <a:schemeClr val="dk2"/>
                </a:solidFill>
                <a:latin typeface="Cambria"/>
                <a:ea typeface="Cambria"/>
                <a:cs typeface="Cambria"/>
                <a:sym typeface="Cambria"/>
              </a:rPr>
              <a:t>Reverse Polish Notation)</a:t>
            </a:r>
            <a:r>
              <a:rPr lang="en-US" sz="3600">
                <a:latin typeface="Cambria"/>
                <a:ea typeface="Cambria"/>
                <a:cs typeface="Cambria"/>
                <a:sym typeface="Cambria"/>
              </a:rPr>
              <a:t> or prefix forms.</a:t>
            </a:r>
            <a:endParaRPr sz="3600">
              <a:latin typeface="Cambria"/>
              <a:ea typeface="Cambria"/>
              <a:cs typeface="Cambria"/>
              <a:sym typeface="Cambria"/>
            </a:endParaRPr>
          </a:p>
          <a:p>
            <a:pPr indent="0" lvl="0" marL="0" rtl="0" algn="just">
              <a:lnSpc>
                <a:spcPct val="90000"/>
              </a:lnSpc>
              <a:spcBef>
                <a:spcPts val="1500"/>
              </a:spcBef>
              <a:spcAft>
                <a:spcPts val="0"/>
              </a:spcAft>
              <a:buClr>
                <a:schemeClr val="dk1"/>
              </a:buClr>
              <a:buSzPts val="3600"/>
              <a:buNone/>
            </a:pPr>
            <a:br>
              <a:rPr lang="en-US" sz="3600">
                <a:latin typeface="Cambria"/>
                <a:ea typeface="Cambria"/>
                <a:cs typeface="Cambria"/>
                <a:sym typeface="Cambria"/>
              </a:rPr>
            </a:br>
            <a:endParaRPr sz="3600">
              <a:latin typeface="Cambria"/>
              <a:ea typeface="Cambria"/>
              <a:cs typeface="Cambria"/>
              <a:sym typeface="Cambria"/>
            </a:endParaRPr>
          </a:p>
        </p:txBody>
      </p:sp>
      <p:grpSp>
        <p:nvGrpSpPr>
          <p:cNvPr id="185" name="Google Shape;185;g39dddbd7dcc_0_247"/>
          <p:cNvGrpSpPr/>
          <p:nvPr/>
        </p:nvGrpSpPr>
        <p:grpSpPr>
          <a:xfrm>
            <a:off x="0" y="123150"/>
            <a:ext cx="17533800" cy="1633130"/>
            <a:chOff x="0" y="82100"/>
            <a:chExt cx="11689200" cy="1088753"/>
          </a:xfrm>
        </p:grpSpPr>
        <p:pic>
          <p:nvPicPr>
            <p:cNvPr id="186" name="Google Shape;186;g39dddbd7dcc_0_247"/>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187" name="Google Shape;187;g39dddbd7dcc_0_247"/>
            <p:cNvSpPr txBox="1"/>
            <p:nvPr/>
          </p:nvSpPr>
          <p:spPr>
            <a:xfrm>
              <a:off x="6033600" y="431953"/>
              <a:ext cx="5655600" cy="738900"/>
            </a:xfrm>
            <a:prstGeom prst="rect">
              <a:avLst/>
            </a:prstGeom>
            <a:noFill/>
            <a:ln>
              <a:noFill/>
            </a:ln>
          </p:spPr>
          <p:txBody>
            <a:bodyPr anchorCtr="0" anchor="t" bIns="137150" lIns="137150" spcFirstLastPara="1" rIns="137150" wrap="square" tIns="137150">
              <a:spAutoFit/>
            </a:bodyPr>
            <a:lstStyle/>
            <a:p>
              <a:pPr indent="0" lvl="0" marL="0" marR="0" rtl="0" algn="r">
                <a:lnSpc>
                  <a:spcPct val="100000"/>
                </a:lnSpc>
                <a:spcBef>
                  <a:spcPts val="0"/>
                </a:spcBef>
                <a:spcAft>
                  <a:spcPts val="0"/>
                </a:spcAft>
                <a:buClr>
                  <a:srgbClr val="000000"/>
                </a:buClr>
                <a:buSzPts val="2700"/>
                <a:buFont typeface="Arial"/>
                <a:buNone/>
              </a:pPr>
              <a:r>
                <a:rPr b="1" lang="en-US" sz="2700"/>
                <a:t>Artificial Intelligence &amp; Data Science</a:t>
              </a:r>
              <a:endParaRPr b="1" sz="2700"/>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9dddbd7dcc_0_330"/>
          <p:cNvSpPr txBox="1"/>
          <p:nvPr>
            <p:ph type="title"/>
          </p:nvPr>
        </p:nvSpPr>
        <p:spPr>
          <a:xfrm>
            <a:off x="905160" y="1350774"/>
            <a:ext cx="12344400" cy="17145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Concept</a:t>
            </a:r>
            <a:endParaRPr b="1" sz="6000">
              <a:latin typeface="Cambria"/>
              <a:ea typeface="Cambria"/>
              <a:cs typeface="Cambria"/>
              <a:sym typeface="Cambria"/>
            </a:endParaRPr>
          </a:p>
        </p:txBody>
      </p:sp>
      <p:sp>
        <p:nvSpPr>
          <p:cNvPr id="193" name="Google Shape;193;g39dddbd7dcc_0_330"/>
          <p:cNvSpPr txBox="1"/>
          <p:nvPr>
            <p:ph idx="1" type="body"/>
          </p:nvPr>
        </p:nvSpPr>
        <p:spPr>
          <a:xfrm>
            <a:off x="1177400" y="2621049"/>
            <a:ext cx="15773400" cy="6729300"/>
          </a:xfrm>
          <a:prstGeom prst="rect">
            <a:avLst/>
          </a:prstGeom>
          <a:noFill/>
          <a:ln>
            <a:noFill/>
          </a:ln>
        </p:spPr>
        <p:txBody>
          <a:bodyPr anchorCtr="0" anchor="t" bIns="68550" lIns="137150" spcFirstLastPara="1" rIns="137150" wrap="square" tIns="68550">
            <a:noAutofit/>
          </a:bodyPr>
          <a:lstStyle/>
          <a:p>
            <a:pPr indent="0" lvl="0" marL="0" rtl="0" algn="l">
              <a:lnSpc>
                <a:spcPct val="120005"/>
              </a:lnSpc>
              <a:spcBef>
                <a:spcPts val="0"/>
              </a:spcBef>
              <a:spcAft>
                <a:spcPts val="0"/>
              </a:spcAft>
              <a:buSzPts val="1800"/>
              <a:buNone/>
            </a:pPr>
            <a:r>
              <a:rPr lang="en-US" sz="3600">
                <a:latin typeface="Cambria"/>
                <a:ea typeface="Cambria"/>
                <a:cs typeface="Cambria"/>
                <a:sym typeface="Cambria"/>
              </a:rPr>
              <a:t> Expressions can be written in three common notations:</a:t>
            </a:r>
            <a:endParaRPr sz="3600">
              <a:latin typeface="Arial"/>
              <a:ea typeface="Arial"/>
              <a:cs typeface="Arial"/>
              <a:sym typeface="Arial"/>
            </a:endParaRPr>
          </a:p>
          <a:p>
            <a:pPr indent="-406461" lvl="1" marL="863597" rtl="0" algn="l">
              <a:lnSpc>
                <a:spcPct val="120005"/>
              </a:lnSpc>
              <a:spcBef>
                <a:spcPts val="0"/>
              </a:spcBef>
              <a:spcAft>
                <a:spcPts val="0"/>
              </a:spcAft>
              <a:buSzPts val="3600"/>
              <a:buChar char="•"/>
            </a:pPr>
            <a:r>
              <a:rPr lang="en-US" sz="3600">
                <a:latin typeface="Cambria"/>
                <a:ea typeface="Cambria"/>
                <a:cs typeface="Cambria"/>
                <a:sym typeface="Cambria"/>
              </a:rPr>
              <a:t>Infix: </a:t>
            </a:r>
            <a:r>
              <a:rPr lang="en-US" sz="3600">
                <a:solidFill>
                  <a:srgbClr val="5E17EB"/>
                </a:solidFill>
                <a:latin typeface="Cambria"/>
                <a:ea typeface="Cambria"/>
                <a:cs typeface="Cambria"/>
                <a:sym typeface="Cambria"/>
              </a:rPr>
              <a:t>(A + B) * C</a:t>
            </a:r>
            <a:endParaRPr sz="3600">
              <a:latin typeface="Arial"/>
              <a:ea typeface="Arial"/>
              <a:cs typeface="Arial"/>
              <a:sym typeface="Arial"/>
            </a:endParaRPr>
          </a:p>
          <a:p>
            <a:pPr indent="-406461" lvl="1" marL="863597" rtl="0" algn="l">
              <a:lnSpc>
                <a:spcPct val="120005"/>
              </a:lnSpc>
              <a:spcBef>
                <a:spcPts val="0"/>
              </a:spcBef>
              <a:spcAft>
                <a:spcPts val="0"/>
              </a:spcAft>
              <a:buSzPts val="3600"/>
              <a:buChar char="•"/>
            </a:pPr>
            <a:r>
              <a:rPr lang="en-US" sz="3600">
                <a:latin typeface="Cambria"/>
                <a:ea typeface="Cambria"/>
                <a:cs typeface="Cambria"/>
                <a:sym typeface="Cambria"/>
              </a:rPr>
              <a:t>Prefix: </a:t>
            </a:r>
            <a:r>
              <a:rPr lang="en-US" sz="3600">
                <a:solidFill>
                  <a:srgbClr val="5E17EB"/>
                </a:solidFill>
                <a:latin typeface="Cambria"/>
                <a:ea typeface="Cambria"/>
                <a:cs typeface="Cambria"/>
                <a:sym typeface="Cambria"/>
              </a:rPr>
              <a:t>* + A B C</a:t>
            </a:r>
            <a:endParaRPr sz="3600">
              <a:latin typeface="Arial"/>
              <a:ea typeface="Arial"/>
              <a:cs typeface="Arial"/>
              <a:sym typeface="Arial"/>
            </a:endParaRPr>
          </a:p>
          <a:p>
            <a:pPr indent="-406461" lvl="1" marL="863597" rtl="0" algn="l">
              <a:lnSpc>
                <a:spcPct val="120005"/>
              </a:lnSpc>
              <a:spcBef>
                <a:spcPts val="0"/>
              </a:spcBef>
              <a:spcAft>
                <a:spcPts val="0"/>
              </a:spcAft>
              <a:buSzPts val="3600"/>
              <a:buChar char="•"/>
            </a:pPr>
            <a:r>
              <a:rPr lang="en-US" sz="3600">
                <a:latin typeface="Cambria"/>
                <a:ea typeface="Cambria"/>
                <a:cs typeface="Cambria"/>
                <a:sym typeface="Cambria"/>
              </a:rPr>
              <a:t>Postfix: </a:t>
            </a:r>
            <a:r>
              <a:rPr lang="en-US" sz="3600">
                <a:solidFill>
                  <a:srgbClr val="5E17EB"/>
                </a:solidFill>
                <a:latin typeface="Cambria"/>
                <a:ea typeface="Cambria"/>
                <a:cs typeface="Cambria"/>
                <a:sym typeface="Cambria"/>
              </a:rPr>
              <a:t>A B + C *</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In </a:t>
            </a:r>
            <a:r>
              <a:rPr lang="en-US" sz="3600">
                <a:solidFill>
                  <a:srgbClr val="002F74"/>
                </a:solidFill>
                <a:latin typeface="Cambria"/>
                <a:ea typeface="Cambria"/>
                <a:cs typeface="Cambria"/>
                <a:sym typeface="Cambria"/>
              </a:rPr>
              <a:t>postfix (RPN)</a:t>
            </a:r>
            <a:r>
              <a:rPr lang="en-US" sz="3600">
                <a:latin typeface="Cambria"/>
                <a:ea typeface="Cambria"/>
                <a:cs typeface="Cambria"/>
                <a:sym typeface="Cambria"/>
              </a:rPr>
              <a:t>, operators come after operands.</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 ✅ No need for parentheses</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 ✅ Easy to evaluate using stacks</a:t>
            </a:r>
            <a:endParaRPr sz="3600">
              <a:latin typeface="Arial"/>
              <a:ea typeface="Arial"/>
              <a:cs typeface="Arial"/>
              <a:sym typeface="Arial"/>
            </a:endParaRPr>
          </a:p>
          <a:p>
            <a:pPr indent="0" lvl="0" marL="0" rtl="0" algn="l">
              <a:lnSpc>
                <a:spcPct val="120005"/>
              </a:lnSpc>
              <a:spcBef>
                <a:spcPts val="0"/>
              </a:spcBef>
              <a:spcAft>
                <a:spcPts val="0"/>
              </a:spcAft>
              <a:buSzPts val="1800"/>
              <a:buNone/>
            </a:pPr>
            <a:r>
              <a:t/>
            </a:r>
            <a:endParaRPr sz="3600">
              <a:latin typeface="Cambria"/>
              <a:ea typeface="Cambria"/>
              <a:cs typeface="Cambria"/>
              <a:sym typeface="Cambria"/>
            </a:endParaRPr>
          </a:p>
          <a:p>
            <a:pPr indent="0" lvl="0" marL="0" rtl="0" algn="l">
              <a:lnSpc>
                <a:spcPct val="120005"/>
              </a:lnSpc>
              <a:spcBef>
                <a:spcPts val="0"/>
              </a:spcBef>
              <a:spcAft>
                <a:spcPts val="0"/>
              </a:spcAft>
              <a:buSzPts val="1800"/>
              <a:buNone/>
            </a:pPr>
            <a:r>
              <a:rPr b="1" lang="en-US" sz="3600" u="sng">
                <a:latin typeface="Cambria"/>
                <a:ea typeface="Cambria"/>
                <a:cs typeface="Cambria"/>
                <a:sym typeface="Cambria"/>
              </a:rPr>
              <a:t>Why Stack?</a:t>
            </a:r>
            <a:endParaRPr sz="3600">
              <a:latin typeface="Arial"/>
              <a:ea typeface="Arial"/>
              <a:cs typeface="Arial"/>
              <a:sym typeface="Arial"/>
            </a:endParaRPr>
          </a:p>
          <a:p>
            <a:pPr indent="0" lvl="0" marL="0" rtl="0" algn="l">
              <a:lnSpc>
                <a:spcPct val="120005"/>
              </a:lnSpc>
              <a:spcBef>
                <a:spcPts val="0"/>
              </a:spcBef>
              <a:spcAft>
                <a:spcPts val="0"/>
              </a:spcAft>
              <a:buSzPts val="1800"/>
              <a:buNone/>
            </a:pPr>
            <a:r>
              <a:rPr lang="en-US" sz="3600">
                <a:latin typeface="Cambria"/>
                <a:ea typeface="Cambria"/>
                <a:cs typeface="Cambria"/>
                <a:sym typeface="Cambria"/>
              </a:rPr>
              <a:t>Because operations are performed </a:t>
            </a:r>
            <a:r>
              <a:rPr lang="en-US" sz="3600">
                <a:solidFill>
                  <a:srgbClr val="002F74"/>
                </a:solidFill>
                <a:latin typeface="Cambria"/>
                <a:ea typeface="Cambria"/>
                <a:cs typeface="Cambria"/>
                <a:sym typeface="Cambria"/>
              </a:rPr>
              <a:t>in reverse order of insertion</a:t>
            </a:r>
            <a:r>
              <a:rPr lang="en-US" sz="3600">
                <a:latin typeface="Cambria"/>
                <a:ea typeface="Cambria"/>
                <a:cs typeface="Cambria"/>
                <a:sym typeface="Cambria"/>
              </a:rPr>
              <a:t> — ideal for </a:t>
            </a:r>
            <a:r>
              <a:rPr b="1" lang="en-US" sz="3600">
                <a:solidFill>
                  <a:srgbClr val="001C5D"/>
                </a:solidFill>
                <a:latin typeface="Cambria"/>
                <a:ea typeface="Cambria"/>
                <a:cs typeface="Cambria"/>
                <a:sym typeface="Cambria"/>
              </a:rPr>
              <a:t>LIFO</a:t>
            </a:r>
            <a:r>
              <a:rPr lang="en-US" sz="3600">
                <a:solidFill>
                  <a:srgbClr val="001C5D"/>
                </a:solidFill>
                <a:latin typeface="Cambria"/>
                <a:ea typeface="Cambria"/>
                <a:cs typeface="Cambria"/>
                <a:sym typeface="Cambria"/>
              </a:rPr>
              <a:t> behavior</a:t>
            </a:r>
            <a:r>
              <a:rPr lang="en-US" sz="3600">
                <a:latin typeface="Cambria"/>
                <a:ea typeface="Cambria"/>
                <a:cs typeface="Cambria"/>
                <a:sym typeface="Cambria"/>
              </a:rPr>
              <a:t>.</a:t>
            </a:r>
            <a:endParaRPr sz="3600">
              <a:latin typeface="Cambria"/>
              <a:ea typeface="Cambria"/>
              <a:cs typeface="Cambria"/>
              <a:sym typeface="Cambria"/>
            </a:endParaRPr>
          </a:p>
        </p:txBody>
      </p:sp>
      <p:grpSp>
        <p:nvGrpSpPr>
          <p:cNvPr id="194" name="Google Shape;194;g39dddbd7dcc_0_330"/>
          <p:cNvGrpSpPr/>
          <p:nvPr/>
        </p:nvGrpSpPr>
        <p:grpSpPr>
          <a:xfrm>
            <a:off x="0" y="123150"/>
            <a:ext cx="17533800" cy="2048480"/>
            <a:chOff x="0" y="82100"/>
            <a:chExt cx="11689200" cy="1365653"/>
          </a:xfrm>
        </p:grpSpPr>
        <p:pic>
          <p:nvPicPr>
            <p:cNvPr id="195" name="Google Shape;195;g39dddbd7dcc_0_330"/>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196" name="Google Shape;196;g39dddbd7dcc_0_330"/>
            <p:cNvSpPr txBox="1"/>
            <p:nvPr/>
          </p:nvSpPr>
          <p:spPr>
            <a:xfrm>
              <a:off x="6033600" y="431953"/>
              <a:ext cx="5655600" cy="10158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sz="2700">
                <a:solidFill>
                  <a:schemeClr val="dk1"/>
                </a:solidFill>
              </a:endParaRPr>
            </a:p>
            <a:p>
              <a:pPr indent="0" lvl="0" marL="0" rtl="0" algn="r">
                <a:spcBef>
                  <a:spcPts val="0"/>
                </a:spcBef>
                <a:spcAft>
                  <a:spcPts val="0"/>
                </a:spcAft>
                <a:buClr>
                  <a:schemeClr val="dk1"/>
                </a:buClr>
                <a:buSzPts val="2700"/>
                <a:buFont typeface="Arial"/>
                <a:buNone/>
              </a:pPr>
              <a:r>
                <a:t/>
              </a:r>
              <a:endParaRPr b="1" sz="2700">
                <a:solidFill>
                  <a:schemeClr val="dk1"/>
                </a:solidFill>
              </a:endParaRPr>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9dddbd7dcc_0_496"/>
          <p:cNvSpPr txBox="1"/>
          <p:nvPr>
            <p:ph type="title"/>
          </p:nvPr>
        </p:nvSpPr>
        <p:spPr>
          <a:xfrm>
            <a:off x="1257300" y="1067032"/>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Steps to Evaluate a Postfix Expression:</a:t>
            </a:r>
            <a:endParaRPr b="1" sz="6000">
              <a:latin typeface="Cambria"/>
              <a:ea typeface="Cambria"/>
              <a:cs typeface="Cambria"/>
              <a:sym typeface="Cambria"/>
            </a:endParaRPr>
          </a:p>
        </p:txBody>
      </p:sp>
      <p:sp>
        <p:nvSpPr>
          <p:cNvPr id="202" name="Google Shape;202;g39dddbd7dcc_0_496"/>
          <p:cNvSpPr txBox="1"/>
          <p:nvPr>
            <p:ph idx="1" type="body"/>
          </p:nvPr>
        </p:nvSpPr>
        <p:spPr>
          <a:xfrm>
            <a:off x="1257300" y="2905932"/>
            <a:ext cx="15773400" cy="6526800"/>
          </a:xfrm>
          <a:prstGeom prst="rect">
            <a:avLst/>
          </a:prstGeom>
          <a:noFill/>
          <a:ln>
            <a:noFill/>
          </a:ln>
        </p:spPr>
        <p:txBody>
          <a:bodyPr anchorCtr="0" anchor="t" bIns="68550" lIns="137150" spcFirstLastPara="1" rIns="137150" wrap="square" tIns="68550">
            <a:noAutofit/>
          </a:bodyPr>
          <a:lstStyle/>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Initialize an empty stack.</a:t>
            </a:r>
            <a:endParaRPr sz="3250">
              <a:latin typeface="Arial"/>
              <a:ea typeface="Arial"/>
              <a:cs typeface="Arial"/>
              <a:sym typeface="Arial"/>
            </a:endParaRPr>
          </a:p>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Scan the expression from </a:t>
            </a:r>
            <a:r>
              <a:rPr lang="en-US" sz="3250">
                <a:solidFill>
                  <a:srgbClr val="002F74"/>
                </a:solidFill>
                <a:latin typeface="Cambria"/>
                <a:ea typeface="Cambria"/>
                <a:cs typeface="Cambria"/>
                <a:sym typeface="Cambria"/>
              </a:rPr>
              <a:t>left to right</a:t>
            </a:r>
            <a:r>
              <a:rPr lang="en-US" sz="3250">
                <a:latin typeface="Cambria"/>
                <a:ea typeface="Cambria"/>
                <a:cs typeface="Cambria"/>
                <a:sym typeface="Cambria"/>
              </a:rPr>
              <a:t>.</a:t>
            </a:r>
            <a:endParaRPr sz="3250">
              <a:latin typeface="Arial"/>
              <a:ea typeface="Arial"/>
              <a:cs typeface="Arial"/>
              <a:sym typeface="Arial"/>
            </a:endParaRPr>
          </a:p>
          <a:p>
            <a:pPr indent="-384236" lvl="1" marL="863597" rtl="0" algn="l">
              <a:lnSpc>
                <a:spcPct val="120005"/>
              </a:lnSpc>
              <a:spcBef>
                <a:spcPts val="0"/>
              </a:spcBef>
              <a:spcAft>
                <a:spcPts val="0"/>
              </a:spcAft>
              <a:buClr>
                <a:srgbClr val="002F74"/>
              </a:buClr>
              <a:buSzPts val="3250"/>
              <a:buFont typeface="Cambria"/>
              <a:buAutoNum type="arabicPeriod"/>
            </a:pPr>
            <a:r>
              <a:rPr lang="en-US" sz="3250">
                <a:solidFill>
                  <a:srgbClr val="002F74"/>
                </a:solidFill>
                <a:latin typeface="Cambria"/>
                <a:ea typeface="Cambria"/>
                <a:cs typeface="Cambria"/>
                <a:sym typeface="Cambria"/>
              </a:rPr>
              <a:t>If operand:</a:t>
            </a:r>
            <a:r>
              <a:rPr lang="en-US" sz="3250">
                <a:latin typeface="Cambria"/>
                <a:ea typeface="Cambria"/>
                <a:cs typeface="Cambria"/>
                <a:sym typeface="Cambria"/>
              </a:rPr>
              <a:t> Push it onto the stack.</a:t>
            </a:r>
            <a:endParaRPr sz="3250">
              <a:latin typeface="Arial"/>
              <a:ea typeface="Arial"/>
              <a:cs typeface="Arial"/>
              <a:sym typeface="Arial"/>
            </a:endParaRPr>
          </a:p>
          <a:p>
            <a:pPr indent="-384236" lvl="1" marL="863597" rtl="0" algn="l">
              <a:lnSpc>
                <a:spcPct val="120005"/>
              </a:lnSpc>
              <a:spcBef>
                <a:spcPts val="0"/>
              </a:spcBef>
              <a:spcAft>
                <a:spcPts val="0"/>
              </a:spcAft>
              <a:buClr>
                <a:srgbClr val="002F74"/>
              </a:buClr>
              <a:buSzPts val="3250"/>
              <a:buFont typeface="Cambria"/>
              <a:buAutoNum type="arabicPeriod"/>
            </a:pPr>
            <a:r>
              <a:rPr lang="en-US" sz="3250">
                <a:solidFill>
                  <a:srgbClr val="002F74"/>
                </a:solidFill>
                <a:latin typeface="Cambria"/>
                <a:ea typeface="Cambria"/>
                <a:cs typeface="Cambria"/>
                <a:sym typeface="Cambria"/>
              </a:rPr>
              <a:t>If operator:</a:t>
            </a:r>
            <a:endParaRPr sz="3250">
              <a:latin typeface="Arial"/>
              <a:ea typeface="Arial"/>
              <a:cs typeface="Arial"/>
              <a:sym typeface="Arial"/>
            </a:endParaRPr>
          </a:p>
          <a:p>
            <a:pPr indent="-528170" lvl="2" marL="1727198" rtl="0" algn="l">
              <a:lnSpc>
                <a:spcPct val="120005"/>
              </a:lnSpc>
              <a:spcBef>
                <a:spcPts val="0"/>
              </a:spcBef>
              <a:spcAft>
                <a:spcPts val="0"/>
              </a:spcAft>
              <a:buSzPts val="3250"/>
              <a:buChar char="⚬"/>
            </a:pPr>
            <a:r>
              <a:rPr lang="en-US" sz="3250">
                <a:latin typeface="Cambria"/>
                <a:ea typeface="Cambria"/>
                <a:cs typeface="Cambria"/>
                <a:sym typeface="Cambria"/>
              </a:rPr>
              <a:t>Pop two operands from the stack.</a:t>
            </a:r>
            <a:endParaRPr sz="3250">
              <a:latin typeface="Arial"/>
              <a:ea typeface="Arial"/>
              <a:cs typeface="Arial"/>
              <a:sym typeface="Arial"/>
            </a:endParaRPr>
          </a:p>
          <a:p>
            <a:pPr indent="-528170" lvl="2" marL="1727198" rtl="0" algn="l">
              <a:lnSpc>
                <a:spcPct val="120005"/>
              </a:lnSpc>
              <a:spcBef>
                <a:spcPts val="0"/>
              </a:spcBef>
              <a:spcAft>
                <a:spcPts val="0"/>
              </a:spcAft>
              <a:buSzPts val="3250"/>
              <a:buChar char="⚬"/>
            </a:pPr>
            <a:r>
              <a:rPr lang="en-US" sz="3250">
                <a:latin typeface="Cambria"/>
                <a:ea typeface="Cambria"/>
                <a:cs typeface="Cambria"/>
                <a:sym typeface="Cambria"/>
              </a:rPr>
              <a:t>Perform the operation.</a:t>
            </a:r>
            <a:endParaRPr sz="3250">
              <a:latin typeface="Arial"/>
              <a:ea typeface="Arial"/>
              <a:cs typeface="Arial"/>
              <a:sym typeface="Arial"/>
            </a:endParaRPr>
          </a:p>
          <a:p>
            <a:pPr indent="-528170" lvl="2" marL="1727198" rtl="0" algn="l">
              <a:lnSpc>
                <a:spcPct val="120005"/>
              </a:lnSpc>
              <a:spcBef>
                <a:spcPts val="0"/>
              </a:spcBef>
              <a:spcAft>
                <a:spcPts val="0"/>
              </a:spcAft>
              <a:buSzPts val="3250"/>
              <a:buChar char="⚬"/>
            </a:pPr>
            <a:r>
              <a:rPr lang="en-US" sz="3250">
                <a:latin typeface="Cambria"/>
                <a:ea typeface="Cambria"/>
                <a:cs typeface="Cambria"/>
                <a:sym typeface="Cambria"/>
              </a:rPr>
              <a:t>Push the result back onto the stack.</a:t>
            </a:r>
            <a:endParaRPr sz="3250">
              <a:latin typeface="Arial"/>
              <a:ea typeface="Arial"/>
              <a:cs typeface="Arial"/>
              <a:sym typeface="Arial"/>
            </a:endParaRPr>
          </a:p>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After scanning the entire expression,</a:t>
            </a:r>
            <a:endParaRPr sz="3250">
              <a:latin typeface="Arial"/>
              <a:ea typeface="Arial"/>
              <a:cs typeface="Arial"/>
              <a:sym typeface="Arial"/>
            </a:endParaRPr>
          </a:p>
          <a:p>
            <a:pPr indent="-384236" lvl="1" marL="863597" rtl="0" algn="l">
              <a:lnSpc>
                <a:spcPct val="120005"/>
              </a:lnSpc>
              <a:spcBef>
                <a:spcPts val="0"/>
              </a:spcBef>
              <a:spcAft>
                <a:spcPts val="0"/>
              </a:spcAft>
              <a:buSzPts val="3250"/>
              <a:buFont typeface="Cambria"/>
              <a:buAutoNum type="arabicPeriod"/>
            </a:pPr>
            <a:r>
              <a:rPr lang="en-US" sz="3250">
                <a:latin typeface="Cambria"/>
                <a:ea typeface="Cambria"/>
                <a:cs typeface="Cambria"/>
                <a:sym typeface="Cambria"/>
              </a:rPr>
              <a:t> the final result will be on the top of the stack.</a:t>
            </a:r>
            <a:endParaRPr sz="325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t/>
            </a:r>
            <a:endParaRPr sz="325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Font typeface="Arial"/>
              <a:buNone/>
            </a:pPr>
            <a:r>
              <a:rPr b="1" lang="en-US" sz="3250">
                <a:latin typeface="Cambria"/>
                <a:ea typeface="Cambria"/>
                <a:cs typeface="Cambria"/>
                <a:sym typeface="Cambria"/>
              </a:rPr>
              <a:t>Example:</a:t>
            </a:r>
            <a:endParaRPr sz="3250">
              <a:latin typeface="Arial"/>
              <a:ea typeface="Arial"/>
              <a:cs typeface="Arial"/>
              <a:sym typeface="Arial"/>
            </a:endParaRPr>
          </a:p>
          <a:p>
            <a:pPr indent="0" lvl="0" marL="0" rtl="0" algn="l">
              <a:lnSpc>
                <a:spcPct val="120005"/>
              </a:lnSpc>
              <a:spcBef>
                <a:spcPts val="0"/>
              </a:spcBef>
              <a:spcAft>
                <a:spcPts val="0"/>
              </a:spcAft>
              <a:buClr>
                <a:schemeClr val="dk1"/>
              </a:buClr>
              <a:buSzPts val="2400"/>
              <a:buNone/>
            </a:pPr>
            <a:r>
              <a:rPr lang="en-US" sz="3250">
                <a:latin typeface="Cambria"/>
                <a:ea typeface="Cambria"/>
                <a:cs typeface="Cambria"/>
                <a:sym typeface="Cambria"/>
              </a:rPr>
              <a:t> Expression → </a:t>
            </a:r>
            <a:r>
              <a:rPr lang="en-US" sz="3250">
                <a:solidFill>
                  <a:srgbClr val="5E17EB"/>
                </a:solidFill>
                <a:latin typeface="Cambria"/>
                <a:ea typeface="Cambria"/>
                <a:cs typeface="Cambria"/>
                <a:sym typeface="Cambria"/>
              </a:rPr>
              <a:t>5 6 2 + * 12 4 / -</a:t>
            </a:r>
            <a:endParaRPr b="1" sz="3250">
              <a:solidFill>
                <a:srgbClr val="196391"/>
              </a:solidFill>
              <a:latin typeface="Cambria"/>
              <a:ea typeface="Cambria"/>
              <a:cs typeface="Cambria"/>
              <a:sym typeface="Cambria"/>
            </a:endParaRPr>
          </a:p>
        </p:txBody>
      </p:sp>
      <p:grpSp>
        <p:nvGrpSpPr>
          <p:cNvPr id="203" name="Google Shape;203;g39dddbd7dcc_0_496"/>
          <p:cNvGrpSpPr/>
          <p:nvPr/>
        </p:nvGrpSpPr>
        <p:grpSpPr>
          <a:xfrm>
            <a:off x="0" y="123150"/>
            <a:ext cx="17533800" cy="2048480"/>
            <a:chOff x="0" y="82100"/>
            <a:chExt cx="11689200" cy="1365653"/>
          </a:xfrm>
        </p:grpSpPr>
        <p:pic>
          <p:nvPicPr>
            <p:cNvPr id="204" name="Google Shape;204;g39dddbd7dcc_0_496"/>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205" name="Google Shape;205;g39dddbd7dcc_0_496"/>
            <p:cNvSpPr txBox="1"/>
            <p:nvPr/>
          </p:nvSpPr>
          <p:spPr>
            <a:xfrm>
              <a:off x="6033600" y="431953"/>
              <a:ext cx="5655600" cy="10158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sz="2700">
                <a:solidFill>
                  <a:schemeClr val="dk1"/>
                </a:solidFill>
              </a:endParaRPr>
            </a:p>
            <a:p>
              <a:pPr indent="0" lvl="0" marL="0" rtl="0" algn="r">
                <a:spcBef>
                  <a:spcPts val="0"/>
                </a:spcBef>
                <a:spcAft>
                  <a:spcPts val="0"/>
                </a:spcAft>
                <a:buClr>
                  <a:schemeClr val="dk1"/>
                </a:buClr>
                <a:buSzPts val="2700"/>
                <a:buFont typeface="Arial"/>
                <a:buNone/>
              </a:pPr>
              <a:r>
                <a:t/>
              </a:r>
              <a:endParaRPr b="1" sz="2700">
                <a:solidFill>
                  <a:schemeClr val="dk1"/>
                </a:solidFill>
              </a:endParaRPr>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6"/>
          <p:cNvSpPr/>
          <p:nvPr/>
        </p:nvSpPr>
        <p:spPr>
          <a:xfrm>
            <a:off x="539300" y="2730700"/>
            <a:ext cx="1670304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3">
              <a:alphaModFix/>
            </a:blip>
            <a:stretch>
              <a:fillRect b="-1793658" l="0" r="0" t="-1793658"/>
            </a:stretch>
          </a:blipFill>
          <a:ln>
            <a:noFill/>
          </a:ln>
        </p:spPr>
      </p:sp>
      <p:sp>
        <p:nvSpPr>
          <p:cNvPr id="215" name="Google Shape;215;p6"/>
          <p:cNvSpPr/>
          <p:nvPr/>
        </p:nvSpPr>
        <p:spPr>
          <a:xfrm>
            <a:off x="1853650" y="3257200"/>
            <a:ext cx="13466955" cy="6621651"/>
          </a:xfrm>
          <a:custGeom>
            <a:rect b="b" l="l" r="r" t="t"/>
            <a:pathLst>
              <a:path extrusionOk="0" h="8277064" w="14637995">
                <a:moveTo>
                  <a:pt x="0" y="0"/>
                </a:moveTo>
                <a:lnTo>
                  <a:pt x="14637996" y="0"/>
                </a:lnTo>
                <a:lnTo>
                  <a:pt x="14637996" y="8277064"/>
                </a:lnTo>
                <a:lnTo>
                  <a:pt x="0" y="8277064"/>
                </a:lnTo>
                <a:lnTo>
                  <a:pt x="0" y="0"/>
                </a:lnTo>
                <a:close/>
              </a:path>
            </a:pathLst>
          </a:custGeom>
          <a:blipFill rotWithShape="1">
            <a:blip r:embed="rId4">
              <a:alphaModFix/>
            </a:blip>
            <a:stretch>
              <a:fillRect b="-4887" l="0" r="-5435" t="0"/>
            </a:stretch>
          </a:blipFill>
          <a:ln cap="rnd" cmpd="sng" w="35800">
            <a:solidFill>
              <a:srgbClr val="000000"/>
            </a:solidFill>
            <a:prstDash val="solid"/>
            <a:round/>
            <a:headEnd len="sm" w="sm" type="none"/>
            <a:tailEnd len="sm" w="sm" type="none"/>
          </a:ln>
        </p:spPr>
      </p:sp>
      <p:sp>
        <p:nvSpPr>
          <p:cNvPr id="216" name="Google Shape;216;p6"/>
          <p:cNvSpPr txBox="1"/>
          <p:nvPr/>
        </p:nvSpPr>
        <p:spPr>
          <a:xfrm>
            <a:off x="1713450" y="1594610"/>
            <a:ext cx="11451900" cy="16626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Clr>
                <a:srgbClr val="000000"/>
              </a:buClr>
              <a:buSzPts val="2841"/>
              <a:buFont typeface="Arial"/>
              <a:buNone/>
            </a:pPr>
            <a:r>
              <a:rPr b="1" i="0" lang="en-US" sz="6000" u="none" cap="none" strike="noStrike">
                <a:solidFill>
                  <a:srgbClr val="000000"/>
                </a:solidFill>
                <a:latin typeface="Cambria"/>
                <a:ea typeface="Cambria"/>
                <a:cs typeface="Cambria"/>
                <a:sym typeface="Cambria"/>
              </a:rPr>
              <a:t>Example:</a:t>
            </a:r>
            <a:endParaRPr b="0" i="0" sz="6000" u="none" cap="none" strike="noStrike">
              <a:solidFill>
                <a:srgbClr val="000000"/>
              </a:solidFill>
              <a:latin typeface="Arial"/>
              <a:ea typeface="Arial"/>
              <a:cs typeface="Arial"/>
              <a:sym typeface="Arial"/>
            </a:endParaRPr>
          </a:p>
          <a:p>
            <a:pPr indent="0" lvl="0" marL="0" marR="0" rtl="0" algn="l">
              <a:lnSpc>
                <a:spcPct val="120013"/>
              </a:lnSpc>
              <a:spcBef>
                <a:spcPts val="0"/>
              </a:spcBef>
              <a:spcAft>
                <a:spcPts val="0"/>
              </a:spcAft>
              <a:buClr>
                <a:srgbClr val="000000"/>
              </a:buClr>
              <a:buSzPts val="2841"/>
              <a:buFont typeface="Arial"/>
              <a:buNone/>
            </a:pPr>
            <a:r>
              <a:rPr b="1" i="0" lang="en-US" sz="3250" u="none" cap="none" strike="noStrike">
                <a:solidFill>
                  <a:srgbClr val="000000"/>
                </a:solidFill>
                <a:latin typeface="Cambria"/>
                <a:ea typeface="Cambria"/>
                <a:cs typeface="Cambria"/>
                <a:sym typeface="Cambria"/>
              </a:rPr>
              <a:t>                   </a:t>
            </a:r>
            <a:r>
              <a:rPr b="0" i="0" lang="en-US" sz="3600" u="none" cap="none" strike="noStrike">
                <a:solidFill>
                  <a:srgbClr val="000000"/>
                </a:solidFill>
                <a:latin typeface="Cambria"/>
                <a:ea typeface="Cambria"/>
                <a:cs typeface="Cambria"/>
                <a:sym typeface="Cambria"/>
              </a:rPr>
              <a:t>Let’s evaluate →  </a:t>
            </a:r>
            <a:r>
              <a:rPr b="0" i="1" lang="en-US" sz="3600" u="none" cap="none" strike="noStrike">
                <a:solidFill>
                  <a:srgbClr val="000000"/>
                </a:solidFill>
                <a:latin typeface="Cambria"/>
                <a:ea typeface="Cambria"/>
                <a:cs typeface="Cambria"/>
                <a:sym typeface="Cambria"/>
              </a:rPr>
              <a:t>5 6 2 + * 12 4 / -</a:t>
            </a:r>
            <a:endParaRPr b="0" i="0" sz="3600" u="none" cap="none" strike="noStrike">
              <a:solidFill>
                <a:srgbClr val="000000"/>
              </a:solidFill>
              <a:latin typeface="Arial"/>
              <a:ea typeface="Arial"/>
              <a:cs typeface="Arial"/>
              <a:sym typeface="Arial"/>
            </a:endParaRPr>
          </a:p>
        </p:txBody>
      </p:sp>
      <p:sp>
        <p:nvSpPr>
          <p:cNvPr id="217" name="Google Shape;217;p6"/>
          <p:cNvSpPr txBox="1"/>
          <p:nvPr/>
        </p:nvSpPr>
        <p:spPr>
          <a:xfrm rot="5400000">
            <a:off x="14080540" y="5707964"/>
            <a:ext cx="5736000" cy="55410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2983"/>
              <a:buFont typeface="Arial"/>
              <a:buNone/>
            </a:pPr>
            <a:r>
              <a:rPr b="0" i="0" lang="en-US" sz="3600" u="none" cap="none" strike="noStrike">
                <a:solidFill>
                  <a:srgbClr val="000000"/>
                </a:solidFill>
                <a:latin typeface="Cambria"/>
                <a:ea typeface="Cambria"/>
                <a:cs typeface="Cambria"/>
                <a:sym typeface="Cambria"/>
              </a:rPr>
              <a:t>💡</a:t>
            </a:r>
            <a:r>
              <a:rPr b="1" i="0" lang="en-US" sz="3600" u="none" cap="none" strike="noStrike">
                <a:solidFill>
                  <a:srgbClr val="001C5D"/>
                </a:solidFill>
                <a:latin typeface="Cambria"/>
                <a:ea typeface="Cambria"/>
                <a:cs typeface="Cambria"/>
                <a:sym typeface="Cambria"/>
              </a:rPr>
              <a:t> Final Result :</a:t>
            </a:r>
            <a:r>
              <a:rPr b="0" i="0" lang="en-US" sz="3600" u="none" cap="none" strike="noStrike">
                <a:solidFill>
                  <a:srgbClr val="000000"/>
                </a:solidFill>
                <a:latin typeface="Cambria"/>
                <a:ea typeface="Cambria"/>
                <a:cs typeface="Cambria"/>
                <a:sym typeface="Cambria"/>
              </a:rPr>
              <a:t> 37</a:t>
            </a:r>
            <a:endParaRPr b="0" i="0" sz="3600" u="none" cap="none" strike="noStrike">
              <a:solidFill>
                <a:srgbClr val="000000"/>
              </a:solidFill>
              <a:latin typeface="Arial"/>
              <a:ea typeface="Arial"/>
              <a:cs typeface="Arial"/>
              <a:sym typeface="Arial"/>
            </a:endParaRPr>
          </a:p>
        </p:txBody>
      </p:sp>
      <p:grpSp>
        <p:nvGrpSpPr>
          <p:cNvPr id="218" name="Google Shape;218;p6"/>
          <p:cNvGrpSpPr/>
          <p:nvPr/>
        </p:nvGrpSpPr>
        <p:grpSpPr>
          <a:xfrm>
            <a:off x="152400" y="275550"/>
            <a:ext cx="17533800" cy="2048480"/>
            <a:chOff x="0" y="82100"/>
            <a:chExt cx="11689200" cy="1365653"/>
          </a:xfrm>
        </p:grpSpPr>
        <p:pic>
          <p:nvPicPr>
            <p:cNvPr id="219" name="Google Shape;219;p6"/>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220" name="Google Shape;220;p6"/>
            <p:cNvSpPr txBox="1"/>
            <p:nvPr/>
          </p:nvSpPr>
          <p:spPr>
            <a:xfrm>
              <a:off x="6033600" y="431953"/>
              <a:ext cx="5655600" cy="10158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sz="2700">
                <a:solidFill>
                  <a:schemeClr val="dk1"/>
                </a:solidFill>
              </a:endParaRPr>
            </a:p>
            <a:p>
              <a:pPr indent="0" lvl="0" marL="0" rtl="0" algn="r">
                <a:spcBef>
                  <a:spcPts val="0"/>
                </a:spcBef>
                <a:spcAft>
                  <a:spcPts val="0"/>
                </a:spcAft>
                <a:buClr>
                  <a:schemeClr val="dk1"/>
                </a:buClr>
                <a:buSzPts val="2700"/>
                <a:buFont typeface="Arial"/>
                <a:buNone/>
              </a:pPr>
              <a:r>
                <a:t/>
              </a:r>
              <a:endParaRPr b="1" sz="2700">
                <a:solidFill>
                  <a:schemeClr val="dk1"/>
                </a:solidFill>
              </a:endParaRPr>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7"/>
          <p:cNvSpPr txBox="1"/>
          <p:nvPr/>
        </p:nvSpPr>
        <p:spPr>
          <a:xfrm>
            <a:off x="1531358" y="1352557"/>
            <a:ext cx="15225300" cy="97413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4000"/>
              <a:buFont typeface="Arial"/>
              <a:buNone/>
            </a:pPr>
            <a:r>
              <a:t/>
            </a:r>
            <a:endParaRPr b="0" i="0" sz="6000" u="none" cap="none" strike="noStrike">
              <a:solidFill>
                <a:srgbClr val="000000"/>
              </a:solidFill>
              <a:latin typeface="Arial"/>
              <a:ea typeface="Arial"/>
              <a:cs typeface="Arial"/>
              <a:sym typeface="Arial"/>
            </a:endParaRPr>
          </a:p>
          <a:p>
            <a:pPr indent="0" lvl="0" marL="0" marR="0" rtl="0" algn="l">
              <a:lnSpc>
                <a:spcPct val="132008"/>
              </a:lnSpc>
              <a:spcBef>
                <a:spcPts val="0"/>
              </a:spcBef>
              <a:spcAft>
                <a:spcPts val="0"/>
              </a:spcAft>
              <a:buClr>
                <a:srgbClr val="000000"/>
              </a:buClr>
              <a:buSzPts val="2400"/>
              <a:buFont typeface="Arial"/>
              <a:buNone/>
            </a:pPr>
            <a:r>
              <a:t/>
            </a:r>
            <a:endParaRPr b="1" i="0" sz="2400" u="sng" cap="none" strike="noStrike">
              <a:solidFill>
                <a:srgbClr val="000000"/>
              </a:solidFill>
              <a:latin typeface="Cambria"/>
              <a:ea typeface="Cambria"/>
              <a:cs typeface="Cambria"/>
              <a:sym typeface="Cambria"/>
            </a:endParaRPr>
          </a:p>
          <a:p>
            <a:pPr indent="-362012" lvl="1" marL="755647" marR="0" rtl="0" algn="l">
              <a:lnSpc>
                <a:spcPct val="120005"/>
              </a:lnSpc>
              <a:spcBef>
                <a:spcPts val="0"/>
              </a:spcBef>
              <a:spcAft>
                <a:spcPts val="0"/>
              </a:spcAft>
              <a:buClr>
                <a:srgbClr val="000000"/>
              </a:buClr>
              <a:buSzPts val="3250"/>
              <a:buFont typeface="Cambria"/>
              <a:buAutoNum type="arabicPeriod"/>
            </a:pPr>
            <a:r>
              <a:rPr b="0" i="0" lang="en-US" sz="3250" u="none" cap="none" strike="noStrike">
                <a:solidFill>
                  <a:srgbClr val="000000"/>
                </a:solidFill>
                <a:latin typeface="Cambria"/>
                <a:ea typeface="Cambria"/>
                <a:cs typeface="Cambria"/>
                <a:sym typeface="Cambria"/>
              </a:rPr>
              <a:t>Read the postfix expression left → right (tokens separated by spaces).</a:t>
            </a:r>
            <a:endParaRPr b="0" i="0" sz="3250" u="none" cap="none" strike="noStrike">
              <a:solidFill>
                <a:srgbClr val="000000"/>
              </a:solidFill>
              <a:latin typeface="Arial"/>
              <a:ea typeface="Arial"/>
              <a:cs typeface="Arial"/>
              <a:sym typeface="Arial"/>
            </a:endParaRPr>
          </a:p>
          <a:p>
            <a:pPr indent="-362012" lvl="1" marL="755647" marR="0" rtl="0" algn="l">
              <a:lnSpc>
                <a:spcPct val="120005"/>
              </a:lnSpc>
              <a:spcBef>
                <a:spcPts val="0"/>
              </a:spcBef>
              <a:spcAft>
                <a:spcPts val="0"/>
              </a:spcAft>
              <a:buClr>
                <a:srgbClr val="000000"/>
              </a:buClr>
              <a:buSzPts val="3250"/>
              <a:buFont typeface="Cambria"/>
              <a:buAutoNum type="arabicPeriod"/>
            </a:pPr>
            <a:r>
              <a:rPr b="0" i="0" lang="en-US" sz="3250" u="none" cap="none" strike="noStrike">
                <a:solidFill>
                  <a:srgbClr val="000000"/>
                </a:solidFill>
                <a:latin typeface="Cambria"/>
                <a:ea typeface="Cambria"/>
                <a:cs typeface="Cambria"/>
                <a:sym typeface="Cambria"/>
              </a:rPr>
              <a:t>If token is an operand, push it onto the stack.</a:t>
            </a:r>
            <a:endParaRPr b="0" i="0" sz="3250" u="none" cap="none" strike="noStrike">
              <a:solidFill>
                <a:srgbClr val="000000"/>
              </a:solidFill>
              <a:latin typeface="Arial"/>
              <a:ea typeface="Arial"/>
              <a:cs typeface="Arial"/>
              <a:sym typeface="Arial"/>
            </a:endParaRPr>
          </a:p>
          <a:p>
            <a:pPr indent="-362012" lvl="1" marL="755647" marR="0" rtl="0" algn="l">
              <a:lnSpc>
                <a:spcPct val="120005"/>
              </a:lnSpc>
              <a:spcBef>
                <a:spcPts val="0"/>
              </a:spcBef>
              <a:spcAft>
                <a:spcPts val="0"/>
              </a:spcAft>
              <a:buClr>
                <a:srgbClr val="000000"/>
              </a:buClr>
              <a:buSzPts val="3250"/>
              <a:buFont typeface="Cambria"/>
              <a:buAutoNum type="arabicPeriod"/>
            </a:pPr>
            <a:r>
              <a:rPr b="0" i="0" lang="en-US" sz="3250" u="none" cap="none" strike="noStrike">
                <a:solidFill>
                  <a:srgbClr val="000000"/>
                </a:solidFill>
                <a:latin typeface="Cambria"/>
                <a:ea typeface="Cambria"/>
                <a:cs typeface="Cambria"/>
                <a:sym typeface="Cambria"/>
              </a:rPr>
              <a:t>If token is an operator (+ - * /) :   </a:t>
            </a:r>
            <a:endParaRPr b="0" i="0" sz="3250" u="none" cap="none" strike="noStrike">
              <a:solidFill>
                <a:srgbClr val="000000"/>
              </a:solidFill>
              <a:latin typeface="Cambria"/>
              <a:ea typeface="Cambria"/>
              <a:cs typeface="Cambria"/>
              <a:sym typeface="Cambria"/>
            </a:endParaRPr>
          </a:p>
          <a:p>
            <a:pPr indent="0" lvl="0" marL="914400" marR="0" rtl="0" algn="l">
              <a:lnSpc>
                <a:spcPct val="120005"/>
              </a:lnSpc>
              <a:spcBef>
                <a:spcPts val="0"/>
              </a:spcBef>
              <a:spcAft>
                <a:spcPts val="0"/>
              </a:spcAft>
              <a:buClr>
                <a:srgbClr val="000000"/>
              </a:buClr>
              <a:buSzPts val="3250"/>
              <a:buFont typeface="Arial"/>
              <a:buNone/>
            </a:pPr>
            <a:r>
              <a:t/>
            </a:r>
            <a:endParaRPr b="0" i="0" sz="325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325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25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4. Repeat until all tokens processed.</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5. Final answer = single value remaining on stack (stack top).</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6. Handle errors: if you try to pop when stack has &lt;2 values → invalid               </a:t>
            </a:r>
            <a:endParaRPr b="0" i="0" sz="325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expression; after finish, if stack size ≠ 1 → invalid expression.</a:t>
            </a:r>
            <a:endParaRPr b="0" i="0" sz="325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400"/>
              <a:buFont typeface="Arial"/>
              <a:buNone/>
            </a:pPr>
            <a:r>
              <a:rPr b="0" i="0" lang="en-US" sz="3250" u="none" cap="none" strike="noStrike">
                <a:solidFill>
                  <a:srgbClr val="000000"/>
                </a:solidFill>
                <a:latin typeface="Cambria"/>
                <a:ea typeface="Cambria"/>
                <a:cs typeface="Cambria"/>
                <a:sym typeface="Cambria"/>
              </a:rPr>
              <a:t> (Use integer division only if expression expects integers; otherwise handle floats.)</a:t>
            </a:r>
            <a:endParaRPr b="0" i="0" sz="3250" u="none" cap="none" strike="noStrike">
              <a:solidFill>
                <a:srgbClr val="000000"/>
              </a:solidFill>
              <a:latin typeface="Arial"/>
              <a:ea typeface="Arial"/>
              <a:cs typeface="Arial"/>
              <a:sym typeface="Arial"/>
            </a:endParaRPr>
          </a:p>
          <a:p>
            <a:pPr indent="0" lvl="0" marL="0" marR="0" rtl="0" algn="l">
              <a:lnSpc>
                <a:spcPct val="154856"/>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54856"/>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sp>
        <p:nvSpPr>
          <p:cNvPr id="230" name="Google Shape;230;p7"/>
          <p:cNvSpPr txBox="1"/>
          <p:nvPr/>
        </p:nvSpPr>
        <p:spPr>
          <a:xfrm>
            <a:off x="2441107" y="4767595"/>
            <a:ext cx="6789300" cy="2857500"/>
          </a:xfrm>
          <a:prstGeom prst="rect">
            <a:avLst/>
          </a:prstGeom>
          <a:noFill/>
          <a:ln>
            <a:noFill/>
          </a:ln>
        </p:spPr>
        <p:txBody>
          <a:bodyPr anchorCtr="0" anchor="t" bIns="0" lIns="0" spcFirstLastPara="1" rIns="0" wrap="square" tIns="0">
            <a:spAutoFit/>
          </a:bodyPr>
          <a:lstStyle/>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Pop the top value → b.</a:t>
            </a:r>
            <a:endParaRPr b="0" i="0" sz="3200" u="none" cap="none" strike="noStrike">
              <a:solidFill>
                <a:srgbClr val="000000"/>
              </a:solidFill>
              <a:latin typeface="Arial"/>
              <a:ea typeface="Arial"/>
              <a:cs typeface="Arial"/>
              <a:sym typeface="Arial"/>
            </a:endParaRPr>
          </a:p>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Pop the next top → a.</a:t>
            </a:r>
            <a:endParaRPr b="0" i="0" sz="3200" u="none" cap="none" strike="noStrike">
              <a:solidFill>
                <a:srgbClr val="000000"/>
              </a:solidFill>
              <a:latin typeface="Arial"/>
              <a:ea typeface="Arial"/>
              <a:cs typeface="Arial"/>
              <a:sym typeface="Arial"/>
            </a:endParaRPr>
          </a:p>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Compute result = a (op) b.</a:t>
            </a:r>
            <a:endParaRPr b="0" i="0" sz="3200" u="none" cap="none" strike="noStrike">
              <a:solidFill>
                <a:srgbClr val="000000"/>
              </a:solidFill>
              <a:latin typeface="Arial"/>
              <a:ea typeface="Arial"/>
              <a:cs typeface="Arial"/>
              <a:sym typeface="Arial"/>
            </a:endParaRPr>
          </a:p>
          <a:p>
            <a:pPr indent="-343989" lvl="1" marL="683535" marR="0" rtl="0" algn="l">
              <a:lnSpc>
                <a:spcPct val="120031"/>
              </a:lnSpc>
              <a:spcBef>
                <a:spcPts val="0"/>
              </a:spcBef>
              <a:spcAft>
                <a:spcPts val="0"/>
              </a:spcAft>
              <a:buClr>
                <a:srgbClr val="000000"/>
              </a:buClr>
              <a:buSzPts val="3200"/>
              <a:buFont typeface="Arial"/>
              <a:buChar char="•"/>
            </a:pPr>
            <a:r>
              <a:rPr b="0" i="0" lang="en-US" sz="3200" u="none" cap="none" strike="noStrike">
                <a:solidFill>
                  <a:srgbClr val="000000"/>
                </a:solidFill>
                <a:latin typeface="Cambria"/>
                <a:ea typeface="Cambria"/>
                <a:cs typeface="Cambria"/>
                <a:sym typeface="Cambria"/>
              </a:rPr>
              <a:t>Push result back onto the stack.</a:t>
            </a:r>
            <a:endParaRPr b="0" i="0" sz="3200" u="none" cap="none" strike="noStrike">
              <a:solidFill>
                <a:srgbClr val="000000"/>
              </a:solidFill>
              <a:latin typeface="Arial"/>
              <a:ea typeface="Arial"/>
              <a:cs typeface="Arial"/>
              <a:sym typeface="Arial"/>
            </a:endParaRPr>
          </a:p>
          <a:p>
            <a:pPr indent="0" lvl="0" marL="0" marR="0" rtl="0" algn="l">
              <a:lnSpc>
                <a:spcPct val="120031"/>
              </a:lnSpc>
              <a:spcBef>
                <a:spcPts val="0"/>
              </a:spcBef>
              <a:spcAft>
                <a:spcPts val="0"/>
              </a:spcAft>
              <a:buClr>
                <a:srgbClr val="000000"/>
              </a:buClr>
              <a:buSzPts val="2300"/>
              <a:buFont typeface="Arial"/>
              <a:buNone/>
            </a:pPr>
            <a:r>
              <a:t/>
            </a:r>
            <a:endParaRPr b="0" i="0" sz="3200" u="none" cap="none" strike="noStrike">
              <a:solidFill>
                <a:srgbClr val="000000"/>
              </a:solidFill>
              <a:latin typeface="Cambria"/>
              <a:ea typeface="Cambria"/>
              <a:cs typeface="Cambria"/>
              <a:sym typeface="Cambria"/>
            </a:endParaRPr>
          </a:p>
        </p:txBody>
      </p:sp>
      <p:sp>
        <p:nvSpPr>
          <p:cNvPr id="231" name="Google Shape;231;p7"/>
          <p:cNvSpPr txBox="1"/>
          <p:nvPr>
            <p:ph idx="4294967295" type="title"/>
          </p:nvPr>
        </p:nvSpPr>
        <p:spPr>
          <a:xfrm>
            <a:off x="1257300" y="1007107"/>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120005"/>
              </a:lnSpc>
              <a:spcBef>
                <a:spcPts val="0"/>
              </a:spcBef>
              <a:spcAft>
                <a:spcPts val="0"/>
              </a:spcAft>
              <a:buClr>
                <a:schemeClr val="dk1"/>
              </a:buClr>
              <a:buSzPts val="4000"/>
              <a:buFont typeface="Arial"/>
              <a:buNone/>
            </a:pPr>
            <a:r>
              <a:rPr b="1" lang="en-US" sz="6000" u="sng">
                <a:latin typeface="Cambria"/>
                <a:ea typeface="Cambria"/>
                <a:cs typeface="Cambria"/>
                <a:sym typeface="Cambria"/>
              </a:rPr>
              <a:t>Postfix Evaluation — Step-by-Step</a:t>
            </a:r>
            <a:endParaRPr b="1" sz="6000">
              <a:latin typeface="Cambria"/>
              <a:ea typeface="Cambria"/>
              <a:cs typeface="Cambria"/>
              <a:sym typeface="Cambria"/>
            </a:endParaRPr>
          </a:p>
        </p:txBody>
      </p:sp>
      <p:grpSp>
        <p:nvGrpSpPr>
          <p:cNvPr id="232" name="Google Shape;232;p7"/>
          <p:cNvGrpSpPr/>
          <p:nvPr/>
        </p:nvGrpSpPr>
        <p:grpSpPr>
          <a:xfrm>
            <a:off x="0" y="123150"/>
            <a:ext cx="17533800" cy="2048480"/>
            <a:chOff x="0" y="82100"/>
            <a:chExt cx="11689200" cy="1365653"/>
          </a:xfrm>
        </p:grpSpPr>
        <p:pic>
          <p:nvPicPr>
            <p:cNvPr id="233" name="Google Shape;233;p7"/>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234" name="Google Shape;234;p7"/>
            <p:cNvSpPr txBox="1"/>
            <p:nvPr/>
          </p:nvSpPr>
          <p:spPr>
            <a:xfrm>
              <a:off x="6033600" y="431953"/>
              <a:ext cx="5655600" cy="10158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sz="2700">
                <a:solidFill>
                  <a:schemeClr val="dk1"/>
                </a:solidFill>
              </a:endParaRPr>
            </a:p>
            <a:p>
              <a:pPr indent="0" lvl="0" marL="0" rtl="0" algn="r">
                <a:spcBef>
                  <a:spcPts val="0"/>
                </a:spcBef>
                <a:spcAft>
                  <a:spcPts val="0"/>
                </a:spcAft>
                <a:buClr>
                  <a:schemeClr val="dk1"/>
                </a:buClr>
                <a:buSzPts val="2700"/>
                <a:buFont typeface="Arial"/>
                <a:buNone/>
              </a:pPr>
              <a:r>
                <a:t/>
              </a:r>
              <a:endParaRPr b="1" sz="2700">
                <a:solidFill>
                  <a:schemeClr val="dk1"/>
                </a:solidFill>
              </a:endParaRPr>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8"/>
          <p:cNvSpPr txBox="1"/>
          <p:nvPr/>
        </p:nvSpPr>
        <p:spPr>
          <a:xfrm>
            <a:off x="1211491" y="1428173"/>
            <a:ext cx="142446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400"/>
              <a:buFont typeface="Arial"/>
              <a:buNone/>
            </a:pPr>
            <a:r>
              <a:rPr b="1" i="0" lang="en-US" sz="6000" u="none" cap="none" strike="noStrike">
                <a:solidFill>
                  <a:schemeClr val="dk1"/>
                </a:solidFill>
                <a:latin typeface="Cambria"/>
                <a:ea typeface="Cambria"/>
                <a:cs typeface="Cambria"/>
                <a:sym typeface="Cambria"/>
              </a:rPr>
              <a:t>Code Implementation:</a:t>
            </a:r>
            <a:endParaRPr b="0" i="0" sz="6000" u="none" cap="none" strike="noStrike">
              <a:solidFill>
                <a:schemeClr val="dk1"/>
              </a:solidFill>
              <a:latin typeface="Arial"/>
              <a:ea typeface="Arial"/>
              <a:cs typeface="Arial"/>
              <a:sym typeface="Arial"/>
            </a:endParaRPr>
          </a:p>
        </p:txBody>
      </p:sp>
      <p:pic>
        <p:nvPicPr>
          <p:cNvPr id="244" name="Google Shape;244;p8"/>
          <p:cNvPicPr preferRelativeResize="0"/>
          <p:nvPr/>
        </p:nvPicPr>
        <p:blipFill rotWithShape="1">
          <a:blip r:embed="rId3">
            <a:alphaModFix/>
          </a:blip>
          <a:srcRect b="0" l="0" r="0" t="0"/>
          <a:stretch/>
        </p:blipFill>
        <p:spPr>
          <a:xfrm>
            <a:off x="2692581" y="2232899"/>
            <a:ext cx="12270657" cy="7990504"/>
          </a:xfrm>
          <a:prstGeom prst="rect">
            <a:avLst/>
          </a:prstGeom>
          <a:noFill/>
          <a:ln>
            <a:noFill/>
          </a:ln>
        </p:spPr>
      </p:pic>
      <p:grpSp>
        <p:nvGrpSpPr>
          <p:cNvPr id="245" name="Google Shape;245;p8"/>
          <p:cNvGrpSpPr/>
          <p:nvPr/>
        </p:nvGrpSpPr>
        <p:grpSpPr>
          <a:xfrm>
            <a:off x="0" y="123150"/>
            <a:ext cx="17533800" cy="2048480"/>
            <a:chOff x="0" y="82100"/>
            <a:chExt cx="11689200" cy="1365653"/>
          </a:xfrm>
        </p:grpSpPr>
        <p:pic>
          <p:nvPicPr>
            <p:cNvPr id="246" name="Google Shape;246;p8"/>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247" name="Google Shape;247;p8"/>
            <p:cNvSpPr txBox="1"/>
            <p:nvPr/>
          </p:nvSpPr>
          <p:spPr>
            <a:xfrm>
              <a:off x="6033600" y="431953"/>
              <a:ext cx="5655600" cy="10158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sz="2700">
                <a:solidFill>
                  <a:schemeClr val="dk1"/>
                </a:solidFill>
              </a:endParaRPr>
            </a:p>
            <a:p>
              <a:pPr indent="0" lvl="0" marL="0" rtl="0" algn="r">
                <a:spcBef>
                  <a:spcPts val="0"/>
                </a:spcBef>
                <a:spcAft>
                  <a:spcPts val="0"/>
                </a:spcAft>
                <a:buClr>
                  <a:schemeClr val="dk1"/>
                </a:buClr>
                <a:buSzPts val="2700"/>
                <a:buFont typeface="Arial"/>
                <a:buNone/>
              </a:pPr>
              <a:r>
                <a:t/>
              </a:r>
              <a:endParaRPr b="1" sz="2700">
                <a:solidFill>
                  <a:schemeClr val="dk1"/>
                </a:solidFill>
              </a:endParaRPr>
            </a:p>
            <a:p>
              <a:pPr indent="0" lvl="0" marL="0" marR="0" rtl="0" algn="r">
                <a:lnSpc>
                  <a:spcPct val="100000"/>
                </a:lnSpc>
                <a:spcBef>
                  <a:spcPts val="0"/>
                </a:spcBef>
                <a:spcAft>
                  <a:spcPts val="0"/>
                </a:spcAft>
                <a:buClr>
                  <a:srgbClr val="000000"/>
                </a:buClr>
                <a:buSzPts val="2700"/>
                <a:buFont typeface="Arial"/>
                <a:buNone/>
              </a:pPr>
              <a:r>
                <a:t/>
              </a:r>
              <a:endParaRPr b="1" sz="2700"/>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1"/>
          <p:cNvPicPr preferRelativeResize="0"/>
          <p:nvPr/>
        </p:nvPicPr>
        <p:blipFill rotWithShape="1">
          <a:blip r:embed="rId3">
            <a:alphaModFix/>
          </a:blip>
          <a:srcRect b="0" l="0" r="0" t="0"/>
          <a:stretch/>
        </p:blipFill>
        <p:spPr>
          <a:xfrm>
            <a:off x="2569880" y="3584788"/>
            <a:ext cx="12027356" cy="2468496"/>
          </a:xfrm>
          <a:prstGeom prst="rect">
            <a:avLst/>
          </a:prstGeom>
          <a:noFill/>
          <a:ln>
            <a:noFill/>
          </a:ln>
        </p:spPr>
      </p:pic>
      <p:grpSp>
        <p:nvGrpSpPr>
          <p:cNvPr id="257" name="Google Shape;257;p1"/>
          <p:cNvGrpSpPr/>
          <p:nvPr/>
        </p:nvGrpSpPr>
        <p:grpSpPr>
          <a:xfrm>
            <a:off x="0" y="123150"/>
            <a:ext cx="17533800" cy="1543163"/>
            <a:chOff x="0" y="82100"/>
            <a:chExt cx="11689200" cy="1028775"/>
          </a:xfrm>
        </p:grpSpPr>
        <p:pic>
          <p:nvPicPr>
            <p:cNvPr id="258" name="Google Shape;258;p1"/>
            <p:cNvPicPr preferRelativeResize="0"/>
            <p:nvPr/>
          </p:nvPicPr>
          <p:blipFill rotWithShape="1">
            <a:blip r:embed="rId4">
              <a:alphaModFix/>
            </a:blip>
            <a:srcRect b="0" l="0" r="0" t="0"/>
            <a:stretch/>
          </p:blipFill>
          <p:spPr>
            <a:xfrm>
              <a:off x="0" y="82100"/>
              <a:ext cx="4684225" cy="1028775"/>
            </a:xfrm>
            <a:prstGeom prst="rect">
              <a:avLst/>
            </a:prstGeom>
            <a:noFill/>
            <a:ln>
              <a:noFill/>
            </a:ln>
          </p:spPr>
        </p:pic>
        <p:sp>
          <p:nvSpPr>
            <p:cNvPr id="259" name="Google Shape;259;p1"/>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sz="2700"/>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
          <p:cNvSpPr txBox="1"/>
          <p:nvPr>
            <p:ph type="title"/>
          </p:nvPr>
        </p:nvSpPr>
        <p:spPr>
          <a:xfrm>
            <a:off x="1257300" y="2425315"/>
            <a:ext cx="15773400" cy="1988400"/>
          </a:xfrm>
          <a:prstGeom prst="rect">
            <a:avLst/>
          </a:prstGeom>
          <a:noFill/>
          <a:ln>
            <a:noFill/>
          </a:ln>
        </p:spPr>
        <p:txBody>
          <a:bodyPr anchorCtr="0" anchor="ctr" bIns="68550" lIns="137125" spcFirstLastPara="1" rIns="137125" wrap="square" tIns="68550">
            <a:normAutofit/>
          </a:bodyPr>
          <a:lstStyle/>
          <a:p>
            <a:pPr indent="0" lvl="0" marL="0" rtl="0" algn="l">
              <a:lnSpc>
                <a:spcPct val="90000"/>
              </a:lnSpc>
              <a:spcBef>
                <a:spcPts val="0"/>
              </a:spcBef>
              <a:spcAft>
                <a:spcPts val="0"/>
              </a:spcAft>
              <a:buSzPts val="4000"/>
              <a:buNone/>
            </a:pPr>
            <a:r>
              <a:rPr b="1" lang="en-US" sz="6000">
                <a:latin typeface="Cambria"/>
                <a:ea typeface="Cambria"/>
                <a:cs typeface="Cambria"/>
                <a:sym typeface="Cambria"/>
              </a:rPr>
              <a:t>Output :</a:t>
            </a:r>
            <a:endParaRPr b="1" sz="6000">
              <a:latin typeface="Cambria"/>
              <a:ea typeface="Cambria"/>
              <a:cs typeface="Cambria"/>
              <a:sym typeface="Cambria"/>
            </a:endParaRPr>
          </a:p>
        </p:txBody>
      </p:sp>
      <p:sp>
        <p:nvSpPr>
          <p:cNvPr id="265" name="Google Shape;265;p2"/>
          <p:cNvSpPr/>
          <p:nvPr/>
        </p:nvSpPr>
        <p:spPr>
          <a:xfrm>
            <a:off x="2580968" y="4886299"/>
            <a:ext cx="12167400" cy="47343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sp>
        <p:nvSpPr>
          <p:cNvPr id="266" name="Google Shape;266;p2"/>
          <p:cNvSpPr txBox="1"/>
          <p:nvPr/>
        </p:nvSpPr>
        <p:spPr>
          <a:xfrm>
            <a:off x="2772698" y="5181267"/>
            <a:ext cx="116217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3600"/>
              <a:buFont typeface="Arial"/>
              <a:buNone/>
            </a:pPr>
            <a:r>
              <a:rPr b="0" i="0" lang="en-US" sz="3600" u="none" cap="none" strike="noStrike">
                <a:solidFill>
                  <a:schemeClr val="lt1"/>
                </a:solidFill>
                <a:latin typeface="Cambria"/>
                <a:ea typeface="Cambria"/>
                <a:cs typeface="Cambria"/>
                <a:sym typeface="Cambria"/>
              </a:rPr>
              <a:t>Postfix Expression: 231*+9-</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3600"/>
              <a:buFont typeface="Arial"/>
              <a:buNone/>
            </a:pPr>
            <a:r>
              <a:rPr b="0" i="0" lang="en-US" sz="3600" u="none" cap="none" strike="noStrike">
                <a:solidFill>
                  <a:schemeClr val="lt1"/>
                </a:solidFill>
                <a:latin typeface="Cambria"/>
                <a:ea typeface="Cambria"/>
                <a:cs typeface="Cambria"/>
                <a:sym typeface="Cambria"/>
              </a:rPr>
              <a:t>Result = -4</a:t>
            </a:r>
            <a:endParaRPr b="0" i="0" sz="1400" u="none" cap="none" strike="noStrike">
              <a:solidFill>
                <a:srgbClr val="000000"/>
              </a:solidFill>
              <a:latin typeface="Arial"/>
              <a:ea typeface="Arial"/>
              <a:cs typeface="Arial"/>
              <a:sym typeface="Arial"/>
            </a:endParaRPr>
          </a:p>
        </p:txBody>
      </p:sp>
      <p:grpSp>
        <p:nvGrpSpPr>
          <p:cNvPr id="267" name="Google Shape;267;p2"/>
          <p:cNvGrpSpPr/>
          <p:nvPr/>
        </p:nvGrpSpPr>
        <p:grpSpPr>
          <a:xfrm>
            <a:off x="0" y="123150"/>
            <a:ext cx="17533800" cy="1543163"/>
            <a:chOff x="0" y="82100"/>
            <a:chExt cx="11689200" cy="1028775"/>
          </a:xfrm>
        </p:grpSpPr>
        <p:pic>
          <p:nvPicPr>
            <p:cNvPr id="268" name="Google Shape;268;p2"/>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269" name="Google Shape;269;p2"/>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0"/>
          <p:cNvSpPr txBox="1"/>
          <p:nvPr/>
        </p:nvSpPr>
        <p:spPr>
          <a:xfrm>
            <a:off x="1195675" y="4367273"/>
            <a:ext cx="15225300" cy="5208900"/>
          </a:xfrm>
          <a:prstGeom prst="rect">
            <a:avLst/>
          </a:prstGeom>
          <a:noFill/>
          <a:ln>
            <a:noFill/>
          </a:ln>
        </p:spPr>
        <p:txBody>
          <a:bodyPr anchorCtr="0" anchor="t" bIns="0" lIns="0" spcFirstLastPara="1" rIns="0" wrap="square" tIns="0">
            <a:spAutoFit/>
          </a:bodyPr>
          <a:lstStyle/>
          <a:p>
            <a:pPr indent="-457200" lvl="1" marL="914400" marR="0" rtl="0" algn="l">
              <a:lnSpc>
                <a:spcPct val="120005"/>
              </a:lnSpc>
              <a:spcBef>
                <a:spcPts val="0"/>
              </a:spcBef>
              <a:spcAft>
                <a:spcPts val="0"/>
              </a:spcAft>
              <a:buClr>
                <a:srgbClr val="000000"/>
              </a:buClr>
              <a:buSzPts val="3600"/>
              <a:buFont typeface="Arial"/>
              <a:buChar char="•"/>
            </a:pPr>
            <a:r>
              <a:rPr b="0" i="0" lang="en-US" sz="3600" u="none" cap="none" strike="noStrike">
                <a:solidFill>
                  <a:srgbClr val="001C5D"/>
                </a:solidFill>
                <a:latin typeface="Cambria"/>
                <a:ea typeface="Cambria"/>
                <a:cs typeface="Cambria"/>
                <a:sym typeface="Cambria"/>
              </a:rPr>
              <a:t>Time Complexity:</a:t>
            </a:r>
            <a:r>
              <a:rPr b="0" i="0" lang="en-US" sz="3600" u="none" cap="none" strike="noStrike">
                <a:solidFill>
                  <a:srgbClr val="000000"/>
                </a:solidFill>
                <a:latin typeface="Cambria"/>
                <a:ea typeface="Cambria"/>
                <a:cs typeface="Cambria"/>
                <a:sym typeface="Cambria"/>
              </a:rPr>
              <a:t> O(n)</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Space Complexity:</a:t>
            </a:r>
            <a:r>
              <a:rPr b="0" i="0" lang="en-US" sz="3600" u="none" cap="none" strike="noStrike">
                <a:solidFill>
                  <a:srgbClr val="000000"/>
                </a:solidFill>
                <a:latin typeface="Cambria"/>
                <a:ea typeface="Cambria"/>
                <a:cs typeface="Cambria"/>
                <a:sym typeface="Cambria"/>
              </a:rPr>
              <a:t> O(n)</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        </a:t>
            </a:r>
            <a:r>
              <a:rPr b="1" i="0" lang="en-US" sz="3600" u="none" cap="none" strike="noStrike">
                <a:solidFill>
                  <a:srgbClr val="000000"/>
                </a:solidFill>
                <a:latin typeface="Cambria"/>
                <a:ea typeface="Cambria"/>
                <a:cs typeface="Cambria"/>
                <a:sym typeface="Cambria"/>
              </a:rPr>
              <a:t>Explanation:</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406463" lvl="1" marL="863599" marR="0" rtl="0" algn="l">
              <a:lnSpc>
                <a:spcPct val="120005"/>
              </a:lnSpc>
              <a:spcBef>
                <a:spcPts val="0"/>
              </a:spcBef>
              <a:spcAft>
                <a:spcPts val="0"/>
              </a:spcAft>
              <a:buClr>
                <a:srgbClr val="000000"/>
              </a:buClr>
              <a:buSzPts val="3600"/>
              <a:buFont typeface="Arial"/>
              <a:buChar char="•"/>
            </a:pPr>
            <a:r>
              <a:rPr b="0" i="0" lang="en-US" sz="3600" u="none" cap="none" strike="noStrike">
                <a:solidFill>
                  <a:srgbClr val="000000"/>
                </a:solidFill>
                <a:latin typeface="Cambria"/>
                <a:ea typeface="Cambria"/>
                <a:cs typeface="Cambria"/>
                <a:sym typeface="Cambria"/>
              </a:rPr>
              <a:t> Each element (operand or operator) is processed once.</a:t>
            </a:r>
            <a:endParaRPr b="0" i="0" sz="3600" u="none" cap="none" strike="noStrike">
              <a:solidFill>
                <a:srgbClr val="000000"/>
              </a:solidFill>
              <a:latin typeface="Arial"/>
              <a:ea typeface="Arial"/>
              <a:cs typeface="Arial"/>
              <a:sym typeface="Arial"/>
            </a:endParaRPr>
          </a:p>
          <a:p>
            <a:pPr indent="-406461" lvl="1" marL="863597" marR="0" rtl="0" algn="l">
              <a:lnSpc>
                <a:spcPct val="120005"/>
              </a:lnSpc>
              <a:spcBef>
                <a:spcPts val="0"/>
              </a:spcBef>
              <a:spcAft>
                <a:spcPts val="0"/>
              </a:spcAft>
              <a:buClr>
                <a:srgbClr val="000000"/>
              </a:buClr>
              <a:buSzPts val="3600"/>
              <a:buFont typeface="Arial"/>
              <a:buChar char="•"/>
            </a:pPr>
            <a:r>
              <a:rPr b="0" i="0" lang="en-US" sz="3600" u="none" cap="none" strike="noStrike">
                <a:solidFill>
                  <a:srgbClr val="000000"/>
                </a:solidFill>
                <a:latin typeface="Cambria"/>
                <a:ea typeface="Cambria"/>
                <a:cs typeface="Cambria"/>
                <a:sym typeface="Cambria"/>
              </a:rPr>
              <a:t> Stack operations (push/pop) are </a:t>
            </a:r>
            <a:r>
              <a:rPr b="0" i="0" lang="en-US" sz="3600" u="none" cap="none" strike="noStrike">
                <a:solidFill>
                  <a:srgbClr val="001C5D"/>
                </a:solidFill>
                <a:latin typeface="Cambria"/>
                <a:ea typeface="Cambria"/>
                <a:cs typeface="Cambria"/>
                <a:sym typeface="Cambria"/>
              </a:rPr>
              <a:t>constant time</a:t>
            </a:r>
            <a:r>
              <a:rPr b="0" i="0" lang="en-US" sz="3600" u="none" cap="none" strike="noStrike">
                <a:solidFill>
                  <a:srgbClr val="000000"/>
                </a:solidFill>
                <a:latin typeface="Cambria"/>
                <a:ea typeface="Cambria"/>
                <a:cs typeface="Cambria"/>
                <a:sym typeface="Cambria"/>
              </a:rPr>
              <a:t> → overall linear complexity.</a:t>
            </a:r>
            <a:endParaRPr b="0" i="0" sz="3600" u="none" cap="none" strike="noStrike">
              <a:solidFill>
                <a:srgbClr val="000000"/>
              </a:solidFill>
              <a:latin typeface="Cambria"/>
              <a:ea typeface="Cambria"/>
              <a:cs typeface="Cambria"/>
              <a:sym typeface="Cambria"/>
            </a:endParaRPr>
          </a:p>
        </p:txBody>
      </p:sp>
      <p:sp>
        <p:nvSpPr>
          <p:cNvPr id="279" name="Google Shape;279;p10"/>
          <p:cNvSpPr txBox="1"/>
          <p:nvPr>
            <p:ph idx="4294967295" type="title"/>
          </p:nvPr>
        </p:nvSpPr>
        <p:spPr>
          <a:xfrm>
            <a:off x="1003800" y="2057213"/>
            <a:ext cx="12344400" cy="17145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Time &amp; Space Complexity</a:t>
            </a:r>
            <a:endParaRPr b="1" sz="6000">
              <a:latin typeface="Cambria"/>
              <a:ea typeface="Cambria"/>
              <a:cs typeface="Cambria"/>
              <a:sym typeface="Cambria"/>
            </a:endParaRPr>
          </a:p>
        </p:txBody>
      </p:sp>
      <p:grpSp>
        <p:nvGrpSpPr>
          <p:cNvPr id="280" name="Google Shape;280;p10"/>
          <p:cNvGrpSpPr/>
          <p:nvPr/>
        </p:nvGrpSpPr>
        <p:grpSpPr>
          <a:xfrm>
            <a:off x="0" y="123150"/>
            <a:ext cx="17533800" cy="1543163"/>
            <a:chOff x="0" y="82100"/>
            <a:chExt cx="11689200" cy="1028775"/>
          </a:xfrm>
        </p:grpSpPr>
        <p:pic>
          <p:nvPicPr>
            <p:cNvPr id="281" name="Google Shape;281;p10"/>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282" name="Google Shape;282;p10"/>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9dddbd7dcc_0_756"/>
          <p:cNvSpPr txBox="1"/>
          <p:nvPr>
            <p:ph type="title"/>
          </p:nvPr>
        </p:nvSpPr>
        <p:spPr>
          <a:xfrm>
            <a:off x="1257300" y="1526451"/>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Summary</a:t>
            </a:r>
            <a:endParaRPr/>
          </a:p>
        </p:txBody>
      </p:sp>
      <p:sp>
        <p:nvSpPr>
          <p:cNvPr id="288" name="Google Shape;288;g39dddbd7dcc_0_756"/>
          <p:cNvSpPr txBox="1"/>
          <p:nvPr>
            <p:ph idx="1" type="body"/>
          </p:nvPr>
        </p:nvSpPr>
        <p:spPr>
          <a:xfrm>
            <a:off x="1101450" y="3368801"/>
            <a:ext cx="15773400" cy="6526800"/>
          </a:xfrm>
          <a:prstGeom prst="rect">
            <a:avLst/>
          </a:prstGeom>
          <a:noFill/>
          <a:ln>
            <a:noFill/>
          </a:ln>
        </p:spPr>
        <p:txBody>
          <a:bodyPr anchorCtr="0" anchor="t" bIns="68550" lIns="137150" spcFirstLastPara="1" rIns="137150" wrap="square" tIns="68550">
            <a:noAutofit/>
          </a:bodyPr>
          <a:lstStyle/>
          <a:p>
            <a:pPr indent="0" lvl="0" marL="0" rtl="0" algn="l">
              <a:lnSpc>
                <a:spcPct val="115000"/>
              </a:lnSpc>
              <a:spcBef>
                <a:spcPts val="1200"/>
              </a:spcBef>
              <a:spcAft>
                <a:spcPts val="0"/>
              </a:spcAft>
              <a:buSzPts val="2700"/>
              <a:buNone/>
            </a:pPr>
            <a:r>
              <a:rPr lang="en-US" sz="3600">
                <a:latin typeface="Cambria"/>
                <a:ea typeface="Cambria"/>
                <a:cs typeface="Cambria"/>
                <a:sym typeface="Cambria"/>
              </a:rPr>
              <a:t>✅ These problems test real-world </a:t>
            </a:r>
            <a:r>
              <a:rPr b="1" lang="en-US" sz="3600">
                <a:latin typeface="Cambria"/>
                <a:ea typeface="Cambria"/>
                <a:cs typeface="Cambria"/>
                <a:sym typeface="Cambria"/>
              </a:rPr>
              <a:t>stack behavior in expression parsing and runtime tracking</a:t>
            </a:r>
            <a:r>
              <a:rPr lang="en-US" sz="3600">
                <a:latin typeface="Cambria"/>
                <a:ea typeface="Cambria"/>
                <a:cs typeface="Cambria"/>
                <a:sym typeface="Cambria"/>
              </a:rPr>
              <a:t>.</a:t>
            </a:r>
            <a:endParaRPr sz="3600">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br>
              <a:rPr lang="en-US" sz="3600">
                <a:latin typeface="Cambria"/>
                <a:ea typeface="Cambria"/>
                <a:cs typeface="Cambria"/>
                <a:sym typeface="Cambria"/>
              </a:rPr>
            </a:br>
            <a:r>
              <a:rPr lang="en-US" sz="3600">
                <a:latin typeface="Cambria"/>
                <a:ea typeface="Cambria"/>
                <a:cs typeface="Cambria"/>
                <a:sym typeface="Cambria"/>
              </a:rPr>
              <a:t> ✅ Focus areas:</a:t>
            </a:r>
            <a:endParaRPr sz="3600">
              <a:latin typeface="Cambria"/>
              <a:ea typeface="Cambria"/>
              <a:cs typeface="Cambria"/>
              <a:sym typeface="Cambria"/>
            </a:endParaRPr>
          </a:p>
          <a:p>
            <a:pPr indent="-571500" lvl="1" marL="1028700" rtl="0" algn="l">
              <a:lnSpc>
                <a:spcPct val="150000"/>
              </a:lnSpc>
              <a:spcBef>
                <a:spcPts val="1200"/>
              </a:spcBef>
              <a:spcAft>
                <a:spcPts val="0"/>
              </a:spcAft>
              <a:buSzPts val="3600"/>
              <a:buChar char="•"/>
            </a:pPr>
            <a:r>
              <a:rPr lang="en-US">
                <a:latin typeface="Cambria"/>
                <a:ea typeface="Cambria"/>
                <a:cs typeface="Cambria"/>
                <a:sym typeface="Cambria"/>
              </a:rPr>
              <a:t>Operand/operator management</a:t>
            </a:r>
            <a:endParaRPr>
              <a:latin typeface="Cambria"/>
              <a:ea typeface="Cambria"/>
              <a:cs typeface="Cambria"/>
              <a:sym typeface="Cambria"/>
            </a:endParaRPr>
          </a:p>
          <a:p>
            <a:pPr indent="-571500" lvl="1" marL="1028700" rtl="0" algn="l">
              <a:lnSpc>
                <a:spcPct val="150000"/>
              </a:lnSpc>
              <a:spcBef>
                <a:spcPts val="0"/>
              </a:spcBef>
              <a:spcAft>
                <a:spcPts val="0"/>
              </a:spcAft>
              <a:buSzPts val="3600"/>
              <a:buChar char="•"/>
            </a:pPr>
            <a:r>
              <a:rPr lang="en-US">
                <a:latin typeface="Cambria"/>
                <a:ea typeface="Cambria"/>
                <a:cs typeface="Cambria"/>
                <a:sym typeface="Cambria"/>
              </a:rPr>
              <a:t>Parentheses handling</a:t>
            </a:r>
            <a:endParaRPr>
              <a:latin typeface="Cambria"/>
              <a:ea typeface="Cambria"/>
              <a:cs typeface="Cambria"/>
              <a:sym typeface="Cambria"/>
            </a:endParaRPr>
          </a:p>
          <a:p>
            <a:pPr indent="-571500" lvl="1" marL="1028700" rtl="0" algn="l">
              <a:lnSpc>
                <a:spcPct val="150000"/>
              </a:lnSpc>
              <a:spcBef>
                <a:spcPts val="0"/>
              </a:spcBef>
              <a:spcAft>
                <a:spcPts val="0"/>
              </a:spcAft>
              <a:buSzPts val="3600"/>
              <a:buChar char="•"/>
            </a:pPr>
            <a:r>
              <a:rPr lang="en-US">
                <a:latin typeface="Cambria"/>
                <a:ea typeface="Cambria"/>
                <a:cs typeface="Cambria"/>
                <a:sym typeface="Cambria"/>
              </a:rPr>
              <a:t>Operator precedence</a:t>
            </a:r>
            <a:endParaRPr>
              <a:latin typeface="Cambria"/>
              <a:ea typeface="Cambria"/>
              <a:cs typeface="Cambria"/>
              <a:sym typeface="Cambria"/>
            </a:endParaRPr>
          </a:p>
          <a:p>
            <a:pPr indent="-571500" lvl="1" marL="1028700" rtl="0" algn="l">
              <a:lnSpc>
                <a:spcPct val="150000"/>
              </a:lnSpc>
              <a:spcBef>
                <a:spcPts val="0"/>
              </a:spcBef>
              <a:spcAft>
                <a:spcPts val="0"/>
              </a:spcAft>
              <a:buSzPts val="3600"/>
              <a:buChar char="•"/>
            </a:pPr>
            <a:r>
              <a:rPr lang="en-US">
                <a:latin typeface="Cambria"/>
                <a:ea typeface="Cambria"/>
                <a:cs typeface="Cambria"/>
                <a:sym typeface="Cambria"/>
              </a:rPr>
              <a:t>Expression parsing logic</a:t>
            </a:r>
            <a:endParaRPr>
              <a:latin typeface="Cambria"/>
              <a:ea typeface="Cambria"/>
              <a:cs typeface="Cambria"/>
              <a:sym typeface="Cambria"/>
            </a:endParaRPr>
          </a:p>
          <a:p>
            <a:pPr indent="0" lvl="0" marL="342900" rtl="0" algn="just">
              <a:lnSpc>
                <a:spcPct val="90000"/>
              </a:lnSpc>
              <a:spcBef>
                <a:spcPts val="1500"/>
              </a:spcBef>
              <a:spcAft>
                <a:spcPts val="0"/>
              </a:spcAft>
              <a:buSzPts val="2700"/>
              <a:buNone/>
            </a:pPr>
            <a:r>
              <a:t/>
            </a:r>
            <a:endParaRPr sz="3600">
              <a:latin typeface="Cambria"/>
              <a:ea typeface="Cambria"/>
              <a:cs typeface="Cambria"/>
              <a:sym typeface="Cambria"/>
            </a:endParaRPr>
          </a:p>
        </p:txBody>
      </p:sp>
      <p:grpSp>
        <p:nvGrpSpPr>
          <p:cNvPr id="289" name="Google Shape;289;g39dddbd7dcc_0_756"/>
          <p:cNvGrpSpPr/>
          <p:nvPr/>
        </p:nvGrpSpPr>
        <p:grpSpPr>
          <a:xfrm>
            <a:off x="0" y="123150"/>
            <a:ext cx="17533800" cy="1543163"/>
            <a:chOff x="0" y="82100"/>
            <a:chExt cx="11689200" cy="1028775"/>
          </a:xfrm>
        </p:grpSpPr>
        <p:pic>
          <p:nvPicPr>
            <p:cNvPr id="290" name="Google Shape;290;g39dddbd7dcc_0_756"/>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291" name="Google Shape;291;g39dddbd7dcc_0_756"/>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2"/>
          <p:cNvSpPr txBox="1"/>
          <p:nvPr/>
        </p:nvSpPr>
        <p:spPr>
          <a:xfrm>
            <a:off x="1257296" y="4254231"/>
            <a:ext cx="15225300" cy="45441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406461" lvl="1" marL="863597"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Expression Evaluation in Compilers</a:t>
            </a:r>
            <a:r>
              <a:rPr b="0" i="0" lang="en-US" sz="3600" u="none" cap="none" strike="noStrike">
                <a:solidFill>
                  <a:srgbClr val="000000"/>
                </a:solidFill>
                <a:latin typeface="Cambria"/>
                <a:ea typeface="Cambria"/>
                <a:cs typeface="Cambria"/>
                <a:sym typeface="Cambria"/>
              </a:rPr>
              <a:t> — parsing &amp; executing code efficiently.</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Scientific Calculators</a:t>
            </a:r>
            <a:r>
              <a:rPr b="0" i="0" lang="en-US" sz="3600" u="none" cap="none" strike="noStrike">
                <a:solidFill>
                  <a:srgbClr val="000000"/>
                </a:solidFill>
                <a:latin typeface="Cambria"/>
                <a:ea typeface="Cambria"/>
                <a:cs typeface="Cambria"/>
                <a:sym typeface="Cambria"/>
              </a:rPr>
              <a:t> — internally use postfix evaluation.</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Expression Converters</a:t>
            </a:r>
            <a:r>
              <a:rPr b="0" i="0" lang="en-US" sz="3600" u="none" cap="none" strike="noStrike">
                <a:solidFill>
                  <a:srgbClr val="000000"/>
                </a:solidFill>
                <a:latin typeface="Cambria"/>
                <a:ea typeface="Cambria"/>
                <a:cs typeface="Cambria"/>
                <a:sym typeface="Cambria"/>
              </a:rPr>
              <a:t> — converting infix → postfix → evaluation.</a:t>
            </a:r>
            <a:endParaRPr b="0" i="0" sz="3600" u="none" cap="none" strike="noStrike">
              <a:solidFill>
                <a:srgbClr val="000000"/>
              </a:solidFill>
              <a:latin typeface="Arial"/>
              <a:ea typeface="Arial"/>
              <a:cs typeface="Arial"/>
              <a:sym typeface="Arial"/>
            </a:endParaRPr>
          </a:p>
          <a:p>
            <a:pPr indent="-406463" lvl="1" marL="863599" marR="0" rtl="0" algn="l">
              <a:lnSpc>
                <a:spcPct val="120005"/>
              </a:lnSpc>
              <a:spcBef>
                <a:spcPts val="0"/>
              </a:spcBef>
              <a:spcAft>
                <a:spcPts val="0"/>
              </a:spcAft>
              <a:buClr>
                <a:srgbClr val="001C5D"/>
              </a:buClr>
              <a:buSzPts val="3600"/>
              <a:buFont typeface="Arial"/>
              <a:buChar char="•"/>
            </a:pPr>
            <a:r>
              <a:rPr b="0" i="0" lang="en-US" sz="3600" u="none" cap="none" strike="noStrike">
                <a:solidFill>
                  <a:srgbClr val="001C5D"/>
                </a:solidFill>
                <a:latin typeface="Cambria"/>
                <a:ea typeface="Cambria"/>
                <a:cs typeface="Cambria"/>
                <a:sym typeface="Cambria"/>
              </a:rPr>
              <a:t>Parsing and Syntax Checking</a:t>
            </a:r>
            <a:r>
              <a:rPr b="0" i="0" lang="en-US" sz="3600" u="none" cap="none" strike="noStrike">
                <a:solidFill>
                  <a:srgbClr val="000000"/>
                </a:solidFill>
                <a:latin typeface="Cambria"/>
                <a:ea typeface="Cambria"/>
                <a:cs typeface="Cambria"/>
                <a:sym typeface="Cambria"/>
              </a:rPr>
              <a:t> — validating expressions in interpreters.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p:txBody>
      </p:sp>
      <p:sp>
        <p:nvSpPr>
          <p:cNvPr id="301" name="Google Shape;301;p12"/>
          <p:cNvSpPr txBox="1"/>
          <p:nvPr>
            <p:ph idx="4294967295" type="title"/>
          </p:nvPr>
        </p:nvSpPr>
        <p:spPr>
          <a:xfrm>
            <a:off x="1257300" y="2265517"/>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120005"/>
              </a:lnSpc>
              <a:spcBef>
                <a:spcPts val="0"/>
              </a:spcBef>
              <a:spcAft>
                <a:spcPts val="0"/>
              </a:spcAft>
              <a:buClr>
                <a:schemeClr val="dk1"/>
              </a:buClr>
              <a:buSzPts val="4000"/>
              <a:buFont typeface="Arial"/>
              <a:buNone/>
            </a:pPr>
            <a:r>
              <a:rPr b="1" lang="en-US" sz="6000">
                <a:latin typeface="Cambria"/>
                <a:ea typeface="Cambria"/>
                <a:cs typeface="Cambria"/>
                <a:sym typeface="Cambria"/>
              </a:rPr>
              <a:t>Real-World Applications:</a:t>
            </a:r>
            <a:endParaRPr sz="6000"/>
          </a:p>
        </p:txBody>
      </p:sp>
      <p:grpSp>
        <p:nvGrpSpPr>
          <p:cNvPr id="302" name="Google Shape;302;p12"/>
          <p:cNvGrpSpPr/>
          <p:nvPr/>
        </p:nvGrpSpPr>
        <p:grpSpPr>
          <a:xfrm>
            <a:off x="0" y="123150"/>
            <a:ext cx="17533800" cy="1543163"/>
            <a:chOff x="0" y="82100"/>
            <a:chExt cx="11689200" cy="1028775"/>
          </a:xfrm>
        </p:grpSpPr>
        <p:pic>
          <p:nvPicPr>
            <p:cNvPr id="303" name="Google Shape;303;p12"/>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304" name="Google Shape;304;p12"/>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9dddbd7dcc_0_922"/>
          <p:cNvSpPr txBox="1"/>
          <p:nvPr>
            <p:ph type="title"/>
          </p:nvPr>
        </p:nvSpPr>
        <p:spPr>
          <a:xfrm>
            <a:off x="1257300" y="1135031"/>
            <a:ext cx="15773400" cy="1988700"/>
          </a:xfrm>
          <a:prstGeom prst="rect">
            <a:avLst/>
          </a:prstGeom>
          <a:noFill/>
          <a:ln>
            <a:noFill/>
          </a:ln>
        </p:spPr>
        <p:txBody>
          <a:bodyPr anchorCtr="0" anchor="ctr" bIns="68550" lIns="137150" spcFirstLastPara="1" rIns="137150" wrap="square" tIns="68550">
            <a:normAutofit/>
          </a:bodyPr>
          <a:lstStyle/>
          <a:p>
            <a:pPr indent="0" lvl="0" marL="0" rtl="0" algn="l">
              <a:lnSpc>
                <a:spcPct val="90000"/>
              </a:lnSpc>
              <a:spcBef>
                <a:spcPts val="0"/>
              </a:spcBef>
              <a:spcAft>
                <a:spcPts val="0"/>
              </a:spcAft>
              <a:buClr>
                <a:schemeClr val="dk1"/>
              </a:buClr>
              <a:buSzPts val="6000"/>
              <a:buFont typeface="Cambria"/>
              <a:buNone/>
            </a:pPr>
            <a:r>
              <a:rPr b="1" lang="en-US" sz="6000">
                <a:latin typeface="Cambria"/>
                <a:ea typeface="Cambria"/>
                <a:cs typeface="Cambria"/>
                <a:sym typeface="Cambria"/>
              </a:rPr>
              <a:t>Practice Questions:</a:t>
            </a:r>
            <a:endParaRPr/>
          </a:p>
        </p:txBody>
      </p:sp>
      <p:sp>
        <p:nvSpPr>
          <p:cNvPr id="310" name="Google Shape;310;g39dddbd7dcc_0_922"/>
          <p:cNvSpPr txBox="1"/>
          <p:nvPr>
            <p:ph idx="1" type="body"/>
          </p:nvPr>
        </p:nvSpPr>
        <p:spPr>
          <a:xfrm>
            <a:off x="1257300" y="2864065"/>
            <a:ext cx="15773400" cy="6526800"/>
          </a:xfrm>
          <a:prstGeom prst="rect">
            <a:avLst/>
          </a:prstGeom>
          <a:noFill/>
          <a:ln>
            <a:noFill/>
          </a:ln>
        </p:spPr>
        <p:txBody>
          <a:bodyPr anchorCtr="0" anchor="t" bIns="68550" lIns="137150" spcFirstLastPara="1" rIns="137150" wrap="square" tIns="68550">
            <a:noAutofit/>
          </a:bodyPr>
          <a:lstStyle/>
          <a:p>
            <a:pPr indent="0" lvl="0" marL="0" rtl="0" algn="l">
              <a:lnSpc>
                <a:spcPct val="120005"/>
              </a:lnSpc>
              <a:spcBef>
                <a:spcPts val="0"/>
              </a:spcBef>
              <a:spcAft>
                <a:spcPts val="0"/>
              </a:spcAft>
              <a:buClr>
                <a:schemeClr val="dk1"/>
              </a:buClr>
              <a:buSzPts val="2400"/>
              <a:buFont typeface="Arial"/>
              <a:buNone/>
            </a:pPr>
            <a:r>
              <a:rPr b="1" lang="en-US" sz="3600">
                <a:latin typeface="Cambria"/>
                <a:ea typeface="Cambria"/>
                <a:cs typeface="Cambria"/>
                <a:sym typeface="Cambria"/>
              </a:rPr>
              <a:t>1. LeetCode 150 — Evaluate Reverse Polish Notation</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t/>
            </a:r>
            <a:endParaRPr b="1" sz="360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None/>
            </a:pPr>
            <a:r>
              <a:rPr i="1" lang="en-US" sz="3600" u="sng">
                <a:solidFill>
                  <a:srgbClr val="0000FF"/>
                </a:solidFill>
                <a:latin typeface="Cambria"/>
                <a:ea typeface="Cambria"/>
                <a:cs typeface="Cambria"/>
                <a:sym typeface="Cambria"/>
                <a:hlinkClick r:id="rId3">
                  <a:extLst>
                    <a:ext uri="{A12FA001-AC4F-418D-AE19-62706E023703}">
                      <ahyp:hlinkClr val="tx"/>
                    </a:ext>
                  </a:extLst>
                </a:hlinkClick>
              </a:rPr>
              <a:t>🔗 </a:t>
            </a:r>
            <a:r>
              <a:rPr i="1" lang="en-US" sz="3600" u="sng">
                <a:solidFill>
                  <a:srgbClr val="0000FF"/>
                </a:solidFill>
                <a:latin typeface="Cambria"/>
                <a:ea typeface="Cambria"/>
                <a:cs typeface="Cambria"/>
                <a:sym typeface="Cambria"/>
                <a:hlinkClick r:id="rId4">
                  <a:extLst>
                    <a:ext uri="{A12FA001-AC4F-418D-AE19-62706E023703}">
                      <ahyp:hlinkClr val="tx"/>
                    </a:ext>
                  </a:extLst>
                </a:hlinkClick>
              </a:rPr>
              <a:t>https://leetcode.com/problems/evaluate-reverse-polish-notation/</a:t>
            </a:r>
            <a:endParaRPr/>
          </a:p>
          <a:p>
            <a:pPr indent="0" lvl="0" marL="0" rtl="0" algn="l">
              <a:lnSpc>
                <a:spcPct val="120005"/>
              </a:lnSpc>
              <a:spcBef>
                <a:spcPts val="0"/>
              </a:spcBef>
              <a:spcAft>
                <a:spcPts val="0"/>
              </a:spcAft>
              <a:buClr>
                <a:schemeClr val="dk1"/>
              </a:buClr>
              <a:buSzPts val="2400"/>
              <a:buNone/>
            </a:pPr>
            <a:r>
              <a:t/>
            </a:r>
            <a:endParaRPr i="1" sz="3600" u="sng">
              <a:solidFill>
                <a:srgbClr val="0000FF"/>
              </a:solidFill>
              <a:latin typeface="Cambria"/>
              <a:ea typeface="Cambria"/>
              <a:cs typeface="Cambria"/>
              <a:sym typeface="Cambria"/>
              <a:hlinkClick r:id="rId5">
                <a:extLst>
                  <a:ext uri="{A12FA001-AC4F-418D-AE19-62706E023703}">
                    <ahyp:hlinkClr val="tx"/>
                  </a:ext>
                </a:extLst>
              </a:hlinkClick>
            </a:endParaRPr>
          </a:p>
          <a:p>
            <a:pPr indent="0" lvl="0" marL="0" rtl="0" algn="l">
              <a:lnSpc>
                <a:spcPct val="120005"/>
              </a:lnSpc>
              <a:spcBef>
                <a:spcPts val="0"/>
              </a:spcBef>
              <a:spcAft>
                <a:spcPts val="0"/>
              </a:spcAft>
              <a:buClr>
                <a:schemeClr val="dk1"/>
              </a:buClr>
              <a:buSzPts val="2400"/>
              <a:buFont typeface="Arial"/>
              <a:buNone/>
            </a:pPr>
            <a:r>
              <a:rPr b="1" lang="en-US" sz="3600">
                <a:solidFill>
                  <a:srgbClr val="002F74"/>
                </a:solidFill>
                <a:latin typeface="Cambria"/>
                <a:ea typeface="Cambria"/>
                <a:cs typeface="Cambria"/>
                <a:sym typeface="Cambria"/>
              </a:rPr>
              <a:t>Description:</a:t>
            </a:r>
            <a:r>
              <a:rPr lang="en-US" sz="3600">
                <a:latin typeface="Cambria"/>
                <a:ea typeface="Cambria"/>
                <a:cs typeface="Cambria"/>
                <a:sym typeface="Cambria"/>
              </a:rPr>
              <a:t> Given an array of strings tokens representing an expression in Reverse Polish Notation, evaluate the expression.</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rPr lang="en-US" sz="3600">
                <a:latin typeface="Cambria"/>
                <a:ea typeface="Cambria"/>
                <a:cs typeface="Cambria"/>
                <a:sym typeface="Cambria"/>
              </a:rPr>
              <a:t> Valid operators: +, -, *, /.</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t/>
            </a:r>
            <a:endParaRPr sz="360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Font typeface="Arial"/>
              <a:buNone/>
            </a:pPr>
            <a:r>
              <a:rPr lang="en-US" sz="3600">
                <a:solidFill>
                  <a:srgbClr val="001C5D"/>
                </a:solidFill>
                <a:latin typeface="Cambria"/>
                <a:ea typeface="Cambria"/>
                <a:cs typeface="Cambria"/>
                <a:sym typeface="Cambria"/>
              </a:rPr>
              <a:t>Example Input:     </a:t>
            </a:r>
            <a:r>
              <a:rPr lang="en-US" sz="3600">
                <a:latin typeface="Cambria"/>
                <a:ea typeface="Cambria"/>
                <a:cs typeface="Cambria"/>
                <a:sym typeface="Cambria"/>
              </a:rPr>
              <a:t>["2","1","+","3","*"]</a:t>
            </a:r>
            <a:endParaRPr sz="3600">
              <a:latin typeface="Arial"/>
              <a:ea typeface="Arial"/>
              <a:cs typeface="Arial"/>
              <a:sym typeface="Arial"/>
            </a:endParaRPr>
          </a:p>
          <a:p>
            <a:pPr indent="0" lvl="0" marL="0" rtl="0" algn="l">
              <a:lnSpc>
                <a:spcPct val="120005"/>
              </a:lnSpc>
              <a:spcBef>
                <a:spcPts val="0"/>
              </a:spcBef>
              <a:spcAft>
                <a:spcPts val="0"/>
              </a:spcAft>
              <a:buClr>
                <a:schemeClr val="dk1"/>
              </a:buClr>
              <a:buSzPts val="2400"/>
              <a:buFont typeface="Arial"/>
              <a:buNone/>
            </a:pPr>
            <a:r>
              <a:rPr lang="en-US" sz="3600">
                <a:solidFill>
                  <a:srgbClr val="001C5D"/>
                </a:solidFill>
                <a:latin typeface="Cambria"/>
                <a:ea typeface="Cambria"/>
                <a:cs typeface="Cambria"/>
                <a:sym typeface="Cambria"/>
              </a:rPr>
              <a:t>Output:</a:t>
            </a:r>
            <a:r>
              <a:rPr lang="en-US" sz="3600">
                <a:latin typeface="Cambria"/>
                <a:ea typeface="Cambria"/>
                <a:cs typeface="Cambria"/>
                <a:sym typeface="Cambria"/>
              </a:rPr>
              <a:t> 9</a:t>
            </a:r>
            <a:endParaRPr sz="3600">
              <a:latin typeface="Cambria"/>
              <a:ea typeface="Cambria"/>
              <a:cs typeface="Cambria"/>
              <a:sym typeface="Cambria"/>
            </a:endParaRPr>
          </a:p>
          <a:p>
            <a:pPr indent="0" lvl="0" marL="0" rtl="0" algn="l">
              <a:lnSpc>
                <a:spcPct val="120005"/>
              </a:lnSpc>
              <a:spcBef>
                <a:spcPts val="0"/>
              </a:spcBef>
              <a:spcAft>
                <a:spcPts val="0"/>
              </a:spcAft>
              <a:buClr>
                <a:schemeClr val="dk1"/>
              </a:buClr>
              <a:buSzPts val="2400"/>
              <a:buFont typeface="Arial"/>
              <a:buNone/>
            </a:pPr>
            <a:r>
              <a:rPr lang="en-US" sz="3600">
                <a:latin typeface="Cambria"/>
                <a:ea typeface="Cambria"/>
                <a:cs typeface="Cambria"/>
                <a:sym typeface="Cambria"/>
              </a:rPr>
              <a:t>(Explanation: (2 + 1) * 3 = 9)</a:t>
            </a:r>
            <a:endParaRPr b="1" sz="3600">
              <a:latin typeface="Cambria"/>
              <a:ea typeface="Cambria"/>
              <a:cs typeface="Cambria"/>
              <a:sym typeface="Cambria"/>
            </a:endParaRPr>
          </a:p>
          <a:p>
            <a:pPr indent="0" lvl="0" marL="0" rtl="0" algn="just">
              <a:lnSpc>
                <a:spcPct val="90000"/>
              </a:lnSpc>
              <a:spcBef>
                <a:spcPts val="1500"/>
              </a:spcBef>
              <a:spcAft>
                <a:spcPts val="0"/>
              </a:spcAft>
              <a:buClr>
                <a:schemeClr val="dk1"/>
              </a:buClr>
              <a:buSzPts val="4200"/>
              <a:buNone/>
            </a:pPr>
            <a:r>
              <a:t/>
            </a:r>
            <a:endParaRPr sz="3600">
              <a:latin typeface="Cambria"/>
              <a:ea typeface="Cambria"/>
              <a:cs typeface="Cambria"/>
              <a:sym typeface="Cambria"/>
            </a:endParaRPr>
          </a:p>
        </p:txBody>
      </p:sp>
      <p:grpSp>
        <p:nvGrpSpPr>
          <p:cNvPr id="311" name="Google Shape;311;g39dddbd7dcc_0_922"/>
          <p:cNvGrpSpPr/>
          <p:nvPr/>
        </p:nvGrpSpPr>
        <p:grpSpPr>
          <a:xfrm>
            <a:off x="0" y="123150"/>
            <a:ext cx="17533800" cy="1543163"/>
            <a:chOff x="0" y="82100"/>
            <a:chExt cx="11689200" cy="1028775"/>
          </a:xfrm>
        </p:grpSpPr>
        <p:pic>
          <p:nvPicPr>
            <p:cNvPr id="312" name="Google Shape;312;g39dddbd7dcc_0_922"/>
            <p:cNvPicPr preferRelativeResize="0"/>
            <p:nvPr/>
          </p:nvPicPr>
          <p:blipFill rotWithShape="1">
            <a:blip r:embed="rId6">
              <a:alphaModFix/>
            </a:blip>
            <a:srcRect b="0" l="0" r="0" t="0"/>
            <a:stretch/>
          </p:blipFill>
          <p:spPr>
            <a:xfrm>
              <a:off x="0" y="82100"/>
              <a:ext cx="4684225" cy="1028775"/>
            </a:xfrm>
            <a:prstGeom prst="rect">
              <a:avLst/>
            </a:prstGeom>
            <a:noFill/>
            <a:ln>
              <a:noFill/>
            </a:ln>
          </p:spPr>
        </p:pic>
        <p:sp>
          <p:nvSpPr>
            <p:cNvPr id="313" name="Google Shape;313;g39dddbd7dcc_0_922"/>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4"/>
          <p:cNvSpPr txBox="1"/>
          <p:nvPr/>
        </p:nvSpPr>
        <p:spPr>
          <a:xfrm>
            <a:off x="1440000" y="2004922"/>
            <a:ext cx="15408000" cy="74625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2400"/>
              <a:buFont typeface="Arial"/>
              <a:buNone/>
            </a:pPr>
            <a:r>
              <a:rPr b="1" i="0" lang="en-US" sz="3600" u="none" cap="none" strike="noStrike">
                <a:solidFill>
                  <a:srgbClr val="000000"/>
                </a:solidFill>
                <a:latin typeface="Cambria"/>
                <a:ea typeface="Cambria"/>
                <a:cs typeface="Cambria"/>
                <a:sym typeface="Cambria"/>
              </a:rPr>
              <a:t>2. LeetCode 224 — Basic Calculator</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1" lang="en-US" sz="3600" u="sng" cap="none" strike="noStrike">
                <a:solidFill>
                  <a:schemeClr val="hlink"/>
                </a:solidFill>
                <a:latin typeface="Cambria"/>
                <a:ea typeface="Cambria"/>
                <a:cs typeface="Cambria"/>
                <a:sym typeface="Cambria"/>
                <a:hlinkClick r:id="rId3"/>
              </a:rPr>
              <a:t>🔗 https://leetcode.com/problems/basic-calculator/</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1" sz="3600" u="sng" cap="none" strike="noStrike">
              <a:solidFill>
                <a:schemeClr val="hlink"/>
              </a:solidFill>
              <a:latin typeface="Cambria"/>
              <a:ea typeface="Cambria"/>
              <a:cs typeface="Cambria"/>
              <a:sym typeface="Cambria"/>
              <a:hlinkClick r:id="rId4"/>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2F74"/>
                </a:solidFill>
                <a:latin typeface="Cambria"/>
                <a:ea typeface="Cambria"/>
                <a:cs typeface="Cambria"/>
                <a:sym typeface="Cambria"/>
              </a:rPr>
              <a:t>Description:</a:t>
            </a:r>
            <a:r>
              <a:rPr b="0" i="0" lang="en-US" sz="3600" u="none" cap="none" strike="noStrike">
                <a:solidFill>
                  <a:srgbClr val="000000"/>
                </a:solidFill>
                <a:latin typeface="Cambria"/>
                <a:ea typeface="Cambria"/>
                <a:cs typeface="Cambria"/>
                <a:sym typeface="Cambria"/>
              </a:rPr>
              <a:t> Implement a basic calculator to evaluate a simple expression string containing +, -, (, ), and spaces.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0000"/>
                </a:solidFill>
                <a:latin typeface="Cambria"/>
                <a:ea typeface="Cambria"/>
                <a:cs typeface="Cambria"/>
                <a:sym typeface="Cambria"/>
              </a:rPr>
              <a:t> Use stack to handle parentheses and operator precedence.</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Example Input:       </a:t>
            </a:r>
            <a:r>
              <a:rPr b="0" i="0" lang="en-US" sz="3600" u="none" cap="none" strike="noStrike">
                <a:solidFill>
                  <a:srgbClr val="000000"/>
                </a:solidFill>
                <a:latin typeface="Cambria"/>
                <a:ea typeface="Cambria"/>
                <a:cs typeface="Cambria"/>
                <a:sym typeface="Cambria"/>
              </a:rPr>
              <a:t>"(1+(4+5+2)-3)+(6+8)"</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Output:</a:t>
            </a:r>
            <a:r>
              <a:rPr b="0" i="0" lang="en-US" sz="3600" u="none" cap="none" strike="noStrike">
                <a:solidFill>
                  <a:srgbClr val="000000"/>
                </a:solidFill>
                <a:latin typeface="Cambria"/>
                <a:ea typeface="Cambria"/>
                <a:cs typeface="Cambria"/>
                <a:sym typeface="Cambria"/>
              </a:rPr>
              <a:t> 23</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grpSp>
        <p:nvGrpSpPr>
          <p:cNvPr id="323" name="Google Shape;323;p14"/>
          <p:cNvGrpSpPr/>
          <p:nvPr/>
        </p:nvGrpSpPr>
        <p:grpSpPr>
          <a:xfrm>
            <a:off x="0" y="123150"/>
            <a:ext cx="17533800" cy="1543163"/>
            <a:chOff x="0" y="82100"/>
            <a:chExt cx="11689200" cy="1028775"/>
          </a:xfrm>
        </p:grpSpPr>
        <p:pic>
          <p:nvPicPr>
            <p:cNvPr id="324" name="Google Shape;324;p14"/>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325" name="Google Shape;325;p14"/>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5"/>
          <p:cNvSpPr txBox="1"/>
          <p:nvPr/>
        </p:nvSpPr>
        <p:spPr>
          <a:xfrm>
            <a:off x="1440000" y="1863904"/>
            <a:ext cx="15408000" cy="7462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1" i="0" lang="en-US" sz="3600" u="none" cap="none" strike="noStrike">
                <a:solidFill>
                  <a:srgbClr val="000000"/>
                </a:solidFill>
                <a:latin typeface="Cambria"/>
                <a:ea typeface="Cambria"/>
                <a:cs typeface="Cambria"/>
                <a:sym typeface="Cambria"/>
              </a:rPr>
              <a:t>3. LeetCode 227 — Basic Calculator II</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1" lang="en-US" sz="3600" u="sng" cap="none" strike="noStrike">
                <a:solidFill>
                  <a:schemeClr val="hlink"/>
                </a:solidFill>
                <a:latin typeface="Cambria"/>
                <a:ea typeface="Cambria"/>
                <a:cs typeface="Cambria"/>
                <a:sym typeface="Cambria"/>
                <a:hlinkClick r:id="rId3"/>
              </a:rPr>
              <a:t>🔗 https://leetcode.com/problems/basic-calculator-ii/</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1" sz="3600" u="sng" cap="none" strike="noStrike">
              <a:solidFill>
                <a:schemeClr val="hlink"/>
              </a:solidFill>
              <a:latin typeface="Cambria"/>
              <a:ea typeface="Cambria"/>
              <a:cs typeface="Cambria"/>
              <a:sym typeface="Cambria"/>
              <a:hlinkClick r:id="rId4"/>
            </a:endParaRPr>
          </a:p>
          <a:p>
            <a:pPr indent="0" lvl="0" marL="0" marR="0" rtl="0" algn="l">
              <a:lnSpc>
                <a:spcPct val="120005"/>
              </a:lnSpc>
              <a:spcBef>
                <a:spcPts val="0"/>
              </a:spcBef>
              <a:spcAft>
                <a:spcPts val="0"/>
              </a:spcAft>
              <a:buClr>
                <a:srgbClr val="000000"/>
              </a:buClr>
              <a:buSzPts val="2400"/>
              <a:buFont typeface="Arial"/>
              <a:buNone/>
            </a:pPr>
            <a:r>
              <a:rPr b="1" i="0" lang="en-US" sz="3600" u="none" cap="none" strike="noStrike">
                <a:solidFill>
                  <a:srgbClr val="002F74"/>
                </a:solidFill>
                <a:latin typeface="Cambria"/>
                <a:ea typeface="Cambria"/>
                <a:cs typeface="Cambria"/>
                <a:sym typeface="Cambria"/>
              </a:rPr>
              <a:t>Description:</a:t>
            </a:r>
            <a:r>
              <a:rPr b="0" i="0" lang="en-US" sz="3600" u="none" cap="none" strike="noStrike">
                <a:solidFill>
                  <a:srgbClr val="000000"/>
                </a:solidFill>
                <a:latin typeface="Cambria"/>
                <a:ea typeface="Cambria"/>
                <a:cs typeface="Cambria"/>
                <a:sym typeface="Cambria"/>
              </a:rPr>
              <a:t> Evaluate a string expression containing non-negative integers and operators +, -, *, /.</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0000"/>
                </a:solidFill>
                <a:latin typeface="Cambria"/>
                <a:ea typeface="Cambria"/>
                <a:cs typeface="Cambria"/>
                <a:sym typeface="Cambria"/>
              </a:rPr>
              <a:t> No parentheses — but handle operator precedence correctly.</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Example Input:      "3+2*2"</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Output:</a:t>
            </a:r>
            <a:r>
              <a:rPr b="0" i="0" lang="en-US" sz="3600" u="none" cap="none" strike="noStrike">
                <a:solidFill>
                  <a:srgbClr val="000000"/>
                </a:solidFill>
                <a:latin typeface="Cambria"/>
                <a:ea typeface="Cambria"/>
                <a:cs typeface="Cambria"/>
                <a:sym typeface="Cambria"/>
              </a:rPr>
              <a:t> 7</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grpSp>
        <p:nvGrpSpPr>
          <p:cNvPr id="335" name="Google Shape;335;p15"/>
          <p:cNvGrpSpPr/>
          <p:nvPr/>
        </p:nvGrpSpPr>
        <p:grpSpPr>
          <a:xfrm>
            <a:off x="0" y="123150"/>
            <a:ext cx="17533800" cy="1543163"/>
            <a:chOff x="0" y="82100"/>
            <a:chExt cx="11689200" cy="1028775"/>
          </a:xfrm>
        </p:grpSpPr>
        <p:pic>
          <p:nvPicPr>
            <p:cNvPr id="336" name="Google Shape;336;p15"/>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337" name="Google Shape;337;p15"/>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6"/>
          <p:cNvSpPr txBox="1"/>
          <p:nvPr/>
        </p:nvSpPr>
        <p:spPr>
          <a:xfrm>
            <a:off x="1440000" y="1693297"/>
            <a:ext cx="15408000" cy="79059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2400"/>
              <a:buFont typeface="Arial"/>
              <a:buNone/>
            </a:pPr>
            <a:r>
              <a:rPr b="0" i="0" lang="en-US" sz="6000" u="none" cap="none" strike="noStrike">
                <a:solidFill>
                  <a:srgbClr val="000000"/>
                </a:solidFill>
                <a:latin typeface="Arial"/>
                <a:ea typeface="Arial"/>
                <a:cs typeface="Arial"/>
                <a:sym typeface="Arial"/>
              </a:rPr>
              <a:t> </a:t>
            </a:r>
            <a:r>
              <a:rPr b="1" i="0" lang="en-US" sz="3600" u="none" cap="none" strike="noStrike">
                <a:solidFill>
                  <a:srgbClr val="000000"/>
                </a:solidFill>
                <a:latin typeface="Cambria"/>
                <a:ea typeface="Cambria"/>
                <a:cs typeface="Cambria"/>
                <a:sym typeface="Cambria"/>
              </a:rPr>
              <a:t>4.</a:t>
            </a:r>
            <a:r>
              <a:rPr b="0" i="0" lang="en-US" sz="6000" u="none" cap="none" strike="noStrike">
                <a:solidFill>
                  <a:srgbClr val="000000"/>
                </a:solidFill>
                <a:latin typeface="Arial"/>
                <a:ea typeface="Arial"/>
                <a:cs typeface="Arial"/>
                <a:sym typeface="Arial"/>
              </a:rPr>
              <a:t> </a:t>
            </a:r>
            <a:r>
              <a:rPr b="1" i="0" lang="en-US" sz="3600" u="none" cap="none" strike="noStrike">
                <a:solidFill>
                  <a:srgbClr val="000000"/>
                </a:solidFill>
                <a:latin typeface="Cambria"/>
                <a:ea typeface="Cambria"/>
                <a:cs typeface="Cambria"/>
                <a:sym typeface="Cambria"/>
              </a:rPr>
              <a:t>LeetCode 227 — Basic Calculator III</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1" lang="en-US" sz="3600" u="sng" cap="none" strike="noStrike">
                <a:solidFill>
                  <a:schemeClr val="hlink"/>
                </a:solidFill>
                <a:latin typeface="Cambria"/>
                <a:ea typeface="Cambria"/>
                <a:cs typeface="Cambria"/>
                <a:sym typeface="Cambria"/>
                <a:hlinkClick r:id="rId3"/>
              </a:rPr>
              <a:t>🔗 https://leetcode.com/problems/basic-calculator-iii/</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1" sz="3600" u="sng" cap="none" strike="noStrike">
              <a:solidFill>
                <a:schemeClr val="hlink"/>
              </a:solidFill>
              <a:latin typeface="Cambria"/>
              <a:ea typeface="Cambria"/>
              <a:cs typeface="Cambria"/>
              <a:sym typeface="Cambria"/>
              <a:hlinkClick r:id="rId4"/>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2F74"/>
                </a:solidFill>
                <a:latin typeface="Cambria"/>
                <a:ea typeface="Cambria"/>
                <a:cs typeface="Cambria"/>
                <a:sym typeface="Cambria"/>
              </a:rPr>
              <a:t>Description:</a:t>
            </a:r>
            <a:r>
              <a:rPr b="0" i="0" lang="en-US" sz="3600" u="none" cap="none" strike="noStrike">
                <a:solidFill>
                  <a:srgbClr val="000000"/>
                </a:solidFill>
                <a:latin typeface="Cambria"/>
                <a:ea typeface="Cambria"/>
                <a:cs typeface="Cambria"/>
                <a:sym typeface="Cambria"/>
              </a:rPr>
              <a:t> Like Calculator II, but supports parentheses (, ) and must respect nested evaluation.</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0000"/>
                </a:solidFill>
                <a:latin typeface="Cambria"/>
                <a:ea typeface="Cambria"/>
                <a:cs typeface="Cambria"/>
                <a:sym typeface="Cambria"/>
              </a:rPr>
              <a:t> Use stack for both operands and operators.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Example Input:       </a:t>
            </a:r>
            <a:r>
              <a:rPr b="0" i="0" lang="en-US" sz="3600" u="none" cap="none" strike="noStrike">
                <a:solidFill>
                  <a:srgbClr val="000000"/>
                </a:solidFill>
                <a:latin typeface="Cambria"/>
                <a:ea typeface="Cambria"/>
                <a:cs typeface="Cambria"/>
                <a:sym typeface="Cambria"/>
              </a:rPr>
              <a:t>"2*(5+5*2)/3+(6/2+8)"</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Output:</a:t>
            </a:r>
            <a:r>
              <a:rPr b="0" i="0" lang="en-US" sz="3600" u="none" cap="none" strike="noStrike">
                <a:solidFill>
                  <a:srgbClr val="000000"/>
                </a:solidFill>
                <a:latin typeface="Cambria"/>
                <a:ea typeface="Cambria"/>
                <a:cs typeface="Cambria"/>
                <a:sym typeface="Cambria"/>
              </a:rPr>
              <a:t>  21</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grpSp>
        <p:nvGrpSpPr>
          <p:cNvPr id="347" name="Google Shape;347;p16"/>
          <p:cNvGrpSpPr/>
          <p:nvPr/>
        </p:nvGrpSpPr>
        <p:grpSpPr>
          <a:xfrm>
            <a:off x="0" y="123150"/>
            <a:ext cx="17533800" cy="1543163"/>
            <a:chOff x="0" y="82100"/>
            <a:chExt cx="11689200" cy="1028775"/>
          </a:xfrm>
        </p:grpSpPr>
        <p:pic>
          <p:nvPicPr>
            <p:cNvPr id="348" name="Google Shape;348;p16"/>
            <p:cNvPicPr preferRelativeResize="0"/>
            <p:nvPr/>
          </p:nvPicPr>
          <p:blipFill rotWithShape="1">
            <a:blip r:embed="rId5">
              <a:alphaModFix/>
            </a:blip>
            <a:srcRect b="0" l="0" r="0" t="0"/>
            <a:stretch/>
          </p:blipFill>
          <p:spPr>
            <a:xfrm>
              <a:off x="0" y="82100"/>
              <a:ext cx="4684225" cy="1028775"/>
            </a:xfrm>
            <a:prstGeom prst="rect">
              <a:avLst/>
            </a:prstGeom>
            <a:noFill/>
            <a:ln>
              <a:noFill/>
            </a:ln>
          </p:spPr>
        </p:pic>
        <p:sp>
          <p:nvSpPr>
            <p:cNvPr id="349" name="Google Shape;349;p16"/>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7"/>
          <p:cNvSpPr txBox="1"/>
          <p:nvPr/>
        </p:nvSpPr>
        <p:spPr>
          <a:xfrm>
            <a:off x="1439988" y="328654"/>
            <a:ext cx="15408000" cy="962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t/>
            </a:r>
            <a:endParaRPr b="0" i="0" sz="6000" u="none" cap="none" strike="noStrike">
              <a:solidFill>
                <a:srgbClr val="000000"/>
              </a:solidFill>
              <a:latin typeface="Arial"/>
              <a:ea typeface="Arial"/>
              <a:cs typeface="Arial"/>
              <a:sym typeface="Arial"/>
            </a:endParaRPr>
          </a:p>
          <a:p>
            <a:pPr indent="0" lvl="0" marL="0" marR="0" rtl="0" algn="l">
              <a:lnSpc>
                <a:spcPct val="106644"/>
              </a:lnSpc>
              <a:spcBef>
                <a:spcPts val="0"/>
              </a:spcBef>
              <a:spcAft>
                <a:spcPts val="0"/>
              </a:spcAft>
              <a:buClr>
                <a:srgbClr val="000000"/>
              </a:buClr>
              <a:buSzPts val="2400"/>
              <a:buFont typeface="Arial"/>
              <a:buNone/>
            </a:pPr>
            <a:r>
              <a:t/>
            </a:r>
            <a:endParaRPr b="1" i="0" sz="24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1" i="0" lang="en-US" sz="3600" u="none" cap="none" strike="noStrike">
                <a:solidFill>
                  <a:srgbClr val="000000"/>
                </a:solidFill>
                <a:latin typeface="Cambria"/>
                <a:ea typeface="Cambria"/>
                <a:cs typeface="Cambria"/>
                <a:sym typeface="Cambria"/>
              </a:rPr>
              <a:t>5. LeetCode 636 — Exclusive Time of Functions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1"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1" lang="en-US" sz="3600" u="sng" cap="none" strike="noStrike">
                <a:solidFill>
                  <a:schemeClr val="hlink"/>
                </a:solidFill>
                <a:latin typeface="Cambria"/>
                <a:ea typeface="Cambria"/>
                <a:cs typeface="Cambria"/>
                <a:sym typeface="Cambria"/>
                <a:hlinkClick r:id="rId3"/>
              </a:rPr>
              <a:t>🔗 https://leetcode.com/problems/exclusive-time-of-functions/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1" sz="3600" u="sng" cap="none" strike="noStrike">
              <a:solidFill>
                <a:schemeClr val="hlink"/>
              </a:solidFill>
              <a:latin typeface="Cambria"/>
              <a:ea typeface="Cambria"/>
              <a:cs typeface="Cambria"/>
              <a:sym typeface="Cambria"/>
              <a:hlinkClick r:id="rId4"/>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2F74"/>
                </a:solidFill>
                <a:latin typeface="Cambria"/>
                <a:ea typeface="Cambria"/>
                <a:cs typeface="Cambria"/>
                <a:sym typeface="Cambria"/>
              </a:rPr>
              <a:t>Description:</a:t>
            </a:r>
            <a:r>
              <a:rPr b="0" i="0" lang="en-US" sz="3600" u="none" cap="none" strike="noStrike">
                <a:solidFill>
                  <a:srgbClr val="000000"/>
                </a:solidFill>
                <a:latin typeface="Cambria"/>
                <a:ea typeface="Cambria"/>
                <a:cs typeface="Cambria"/>
                <a:sym typeface="Cambria"/>
              </a:rPr>
              <a:t> You are given logs of function start and end times.</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0000"/>
                </a:solidFill>
                <a:latin typeface="Cambria"/>
                <a:ea typeface="Cambria"/>
                <a:cs typeface="Cambria"/>
                <a:sym typeface="Cambria"/>
              </a:rPr>
              <a:t> Use a stack to compute each function’s exclusive execution time.</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Example Input:      </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3600" u="none" cap="none" strike="noStrike">
              <a:solidFill>
                <a:srgbClr val="001C5D"/>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rPr b="0" i="0" lang="en-US" sz="3600" u="none" cap="none" strike="noStrike">
                <a:solidFill>
                  <a:srgbClr val="001C5D"/>
                </a:solidFill>
                <a:latin typeface="Cambria"/>
                <a:ea typeface="Cambria"/>
                <a:cs typeface="Cambria"/>
                <a:sym typeface="Cambria"/>
              </a:rPr>
              <a:t>Output:</a:t>
            </a:r>
            <a:r>
              <a:rPr b="0" i="0" lang="en-US" sz="3600" u="none" cap="none" strike="noStrike">
                <a:solidFill>
                  <a:srgbClr val="000000"/>
                </a:solidFill>
                <a:latin typeface="Cambria"/>
                <a:ea typeface="Cambria"/>
                <a:cs typeface="Cambria"/>
                <a:sym typeface="Cambria"/>
              </a:rPr>
              <a:t> [3,4]</a:t>
            </a:r>
            <a:endParaRPr b="0" i="0" sz="3600" u="none" cap="none" strike="noStrike">
              <a:solidFill>
                <a:srgbClr val="000000"/>
              </a:solidFill>
              <a:latin typeface="Arial"/>
              <a:ea typeface="Arial"/>
              <a:cs typeface="Arial"/>
              <a:sym typeface="Arial"/>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a:p>
            <a:pPr indent="0" lvl="0" marL="0" marR="0" rtl="0" algn="l">
              <a:lnSpc>
                <a:spcPct val="120005"/>
              </a:lnSpc>
              <a:spcBef>
                <a:spcPts val="0"/>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sp>
        <p:nvSpPr>
          <p:cNvPr id="359" name="Google Shape;359;p17"/>
          <p:cNvSpPr/>
          <p:nvPr/>
        </p:nvSpPr>
        <p:spPr>
          <a:xfrm>
            <a:off x="5106788" y="6742049"/>
            <a:ext cx="9598386" cy="1251516"/>
          </a:xfrm>
          <a:custGeom>
            <a:rect b="b" l="l" r="r" t="t"/>
            <a:pathLst>
              <a:path extrusionOk="0" h="1635968" w="10404755">
                <a:moveTo>
                  <a:pt x="0" y="0"/>
                </a:moveTo>
                <a:lnTo>
                  <a:pt x="10404755" y="0"/>
                </a:lnTo>
                <a:lnTo>
                  <a:pt x="10404755" y="1635968"/>
                </a:lnTo>
                <a:lnTo>
                  <a:pt x="0" y="1635968"/>
                </a:lnTo>
                <a:lnTo>
                  <a:pt x="0" y="0"/>
                </a:lnTo>
                <a:close/>
              </a:path>
            </a:pathLst>
          </a:custGeom>
          <a:blipFill rotWithShape="1">
            <a:blip r:embed="rId5">
              <a:alphaModFix/>
            </a:blip>
            <a:stretch>
              <a:fillRect b="0" l="0" r="0" t="0"/>
            </a:stretch>
          </a:blipFill>
          <a:ln>
            <a:noFill/>
          </a:ln>
        </p:spPr>
      </p:sp>
      <p:grpSp>
        <p:nvGrpSpPr>
          <p:cNvPr id="360" name="Google Shape;360;p17"/>
          <p:cNvGrpSpPr/>
          <p:nvPr/>
        </p:nvGrpSpPr>
        <p:grpSpPr>
          <a:xfrm>
            <a:off x="0" y="123150"/>
            <a:ext cx="17533800" cy="1543163"/>
            <a:chOff x="0" y="82100"/>
            <a:chExt cx="11689200" cy="1028775"/>
          </a:xfrm>
        </p:grpSpPr>
        <p:pic>
          <p:nvPicPr>
            <p:cNvPr id="361" name="Google Shape;361;p17"/>
            <p:cNvPicPr preferRelativeResize="0"/>
            <p:nvPr/>
          </p:nvPicPr>
          <p:blipFill rotWithShape="1">
            <a:blip r:embed="rId6">
              <a:alphaModFix/>
            </a:blip>
            <a:srcRect b="0" l="0" r="0" t="0"/>
            <a:stretch/>
          </p:blipFill>
          <p:spPr>
            <a:xfrm>
              <a:off x="0" y="82100"/>
              <a:ext cx="4684225" cy="1028775"/>
            </a:xfrm>
            <a:prstGeom prst="rect">
              <a:avLst/>
            </a:prstGeom>
            <a:noFill/>
            <a:ln>
              <a:noFill/>
            </a:ln>
          </p:spPr>
        </p:pic>
        <p:sp>
          <p:nvSpPr>
            <p:cNvPr id="362" name="Google Shape;362;p17"/>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8"/>
          <p:cNvSpPr txBox="1"/>
          <p:nvPr/>
        </p:nvSpPr>
        <p:spPr>
          <a:xfrm>
            <a:off x="3912213" y="4498866"/>
            <a:ext cx="8896200" cy="9843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000"/>
              <a:buFont typeface="Arial"/>
              <a:buNone/>
            </a:pPr>
            <a:r>
              <a:rPr b="1" i="0" lang="en-US" sz="6000" u="none" cap="none" strike="noStrike">
                <a:solidFill>
                  <a:srgbClr val="000000"/>
                </a:solidFill>
                <a:latin typeface="Cambria"/>
                <a:ea typeface="Cambria"/>
                <a:cs typeface="Cambria"/>
                <a:sym typeface="Cambria"/>
              </a:rPr>
              <a:t>THANKS!</a:t>
            </a:r>
            <a:endParaRPr b="0" i="0" sz="6000" u="none" cap="none" strike="noStrike">
              <a:solidFill>
                <a:srgbClr val="000000"/>
              </a:solidFill>
              <a:latin typeface="Arial"/>
              <a:ea typeface="Arial"/>
              <a:cs typeface="Arial"/>
              <a:sym typeface="Arial"/>
            </a:endParaRPr>
          </a:p>
        </p:txBody>
      </p:sp>
      <p:grpSp>
        <p:nvGrpSpPr>
          <p:cNvPr id="372" name="Google Shape;372;p18"/>
          <p:cNvGrpSpPr/>
          <p:nvPr/>
        </p:nvGrpSpPr>
        <p:grpSpPr>
          <a:xfrm>
            <a:off x="0" y="123150"/>
            <a:ext cx="17533800" cy="1543163"/>
            <a:chOff x="0" y="82100"/>
            <a:chExt cx="11689200" cy="1028775"/>
          </a:xfrm>
        </p:grpSpPr>
        <p:pic>
          <p:nvPicPr>
            <p:cNvPr id="373" name="Google Shape;373;p18"/>
            <p:cNvPicPr preferRelativeResize="0"/>
            <p:nvPr/>
          </p:nvPicPr>
          <p:blipFill rotWithShape="1">
            <a:blip r:embed="rId3">
              <a:alphaModFix/>
            </a:blip>
            <a:srcRect b="0" l="0" r="0" t="0"/>
            <a:stretch/>
          </p:blipFill>
          <p:spPr>
            <a:xfrm>
              <a:off x="0" y="82100"/>
              <a:ext cx="4684225" cy="1028775"/>
            </a:xfrm>
            <a:prstGeom prst="rect">
              <a:avLst/>
            </a:prstGeom>
            <a:noFill/>
            <a:ln>
              <a:noFill/>
            </a:ln>
          </p:spPr>
        </p:pic>
        <p:sp>
          <p:nvSpPr>
            <p:cNvPr id="374" name="Google Shape;374;p18"/>
            <p:cNvSpPr txBox="1"/>
            <p:nvPr/>
          </p:nvSpPr>
          <p:spPr>
            <a:xfrm>
              <a:off x="6033600" y="431953"/>
              <a:ext cx="5655600" cy="461700"/>
            </a:xfrm>
            <a:prstGeom prst="rect">
              <a:avLst/>
            </a:prstGeom>
            <a:noFill/>
            <a:ln>
              <a:noFill/>
            </a:ln>
          </p:spPr>
          <p:txBody>
            <a:bodyPr anchorCtr="0" anchor="t" bIns="137150" lIns="137150" spcFirstLastPara="1" rIns="137150" wrap="square" tIns="137150">
              <a:spAutoFit/>
            </a:bodyPr>
            <a:lstStyle/>
            <a:p>
              <a:pPr indent="0" lvl="0" marL="0" rtl="0" algn="r">
                <a:spcBef>
                  <a:spcPts val="0"/>
                </a:spcBef>
                <a:spcAft>
                  <a:spcPts val="0"/>
                </a:spcAft>
                <a:buClr>
                  <a:schemeClr val="dk1"/>
                </a:buClr>
                <a:buSzPts val="2700"/>
                <a:buFont typeface="Arial"/>
                <a:buNone/>
              </a:pPr>
              <a:r>
                <a:rPr b="1" lang="en-US" sz="2700">
                  <a:solidFill>
                    <a:schemeClr val="dk1"/>
                  </a:solidFill>
                </a:rPr>
                <a:t>Artificial Intelligence &amp; Data Science</a:t>
              </a:r>
              <a:endParaRPr b="1" i="0" sz="27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Prakash K. P.</dc:creator>
</cp:coreProperties>
</file>