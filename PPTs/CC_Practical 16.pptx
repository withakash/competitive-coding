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cNDS6pTDaMW/4hwfgbBs6cGN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61A1A8-03AE-4333-8CE5-15B007C75D0A}">
  <a:tblStyle styleId="{8661A1A8-03AE-4333-8CE5-15B007C75D0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9ffd7b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49ffd7b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symmetric-tree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a49ffd7b80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a49ffd7b80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a49ffd7b80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a49ffd7b80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49ffd7b80_0_0"/>
          <p:cNvSpPr txBox="1"/>
          <p:nvPr/>
        </p:nvSpPr>
        <p:spPr>
          <a:xfrm>
            <a:off x="457000" y="2217978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Write a program to verify and validate mirrored trees.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a49ffd7b80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{8661A1A8-03AE-4333-8CE5-15B007C75D0A}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343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{8661A1A8-03AE-4333-8CE5-15B007C75D0A}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Verify and Validate if Two Binary Trees are Mirror of Each Other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{8661A1A8-03AE-4333-8CE5-15B007C75D0A}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the concept of mirror trees and structural symmetry in binary trees.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how to compare two binary trees node-by-node recursively.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an efficient algorithm to verify if two trees are mirrors of each other.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time and space complexity for recursive tree comparison.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two binary trees, determine whether they are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mirror images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each other or not.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true if both trees are mirror images; otherwise, return false.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24883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1" lang="en-IN" sz="4000"/>
              <a:t> </a:t>
            </a: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1059775" y="2348650"/>
            <a:ext cx="10515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 binary trees are said to be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mirror images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each other if: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Their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root nodes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have the same value, and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left subtree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one tree is a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mirror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right subtree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the other (and vice versa).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property helps in understanding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tree symmetry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which is widely used in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graphics, structural analysis, and data reflection problems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787025" y="2251996"/>
            <a:ext cx="10515600" cy="4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both trees are empty → return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true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one is empty and the other isn’t → return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false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the root values are different → return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false.</a:t>
            </a:r>
            <a:endParaRPr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Recursively check: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Left subtree of first tree ↔ Right subtree of second tree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Right subtree of first tree ↔ Left subtree of second tree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76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5. Return true only if both checks are true.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71135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2177" y="2090716"/>
            <a:ext cx="5067651" cy="306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2365875" y="5429639"/>
            <a:ext cx="805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True</a:t>
            </a:r>
            <a:endParaRPr b="0" i="0" sz="2400" u="none" cap="none" strike="noStrike">
              <a:solidFill>
                <a:srgbClr val="273239"/>
              </a:solidFill>
              <a:highlight>
                <a:srgbClr val="F9F9F9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 </a:t>
            </a:r>
            <a:r>
              <a:rPr b="0" i="1" lang="en-IN" sz="2400" u="none" cap="none" strike="noStrike">
                <a:solidFill>
                  <a:srgbClr val="000000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Both trees are mirror images of each other, so output is True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6847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8015" y="2081284"/>
            <a:ext cx="8456101" cy="4580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5475" y="980209"/>
            <a:ext cx="7540685" cy="360726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>
            <p:ph type="title"/>
          </p:nvPr>
        </p:nvSpPr>
        <p:spPr>
          <a:xfrm>
            <a:off x="838213" y="41958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9017" y="5521502"/>
            <a:ext cx="7272084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838200" y="132391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40" name="Google Shape;140;p13"/>
          <p:cNvGraphicFramePr/>
          <p:nvPr/>
        </p:nvGraphicFramePr>
        <p:xfrm>
          <a:off x="684650" y="3784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{8661A1A8-03AE-4333-8CE5-15B007C75D0A}</a:tableStyleId>
              </a:tblPr>
              <a:tblGrid>
                <a:gridCol w="1865200"/>
                <a:gridCol w="2009525"/>
                <a:gridCol w="1949900"/>
                <a:gridCol w="49233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Mirror Check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Every node is compared once; recursion depth = height of tree (h).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838200" y="2415355"/>
            <a:ext cx="108225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 trees are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mirrors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 their structures and node values are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symmetrically opposite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Recursive comparison ensures efficient and clean checking.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O(n)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Space Complexity: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O(h)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Widely applied in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UI rendering, data reflection, and symmetric tree validation problems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643600" y="2231278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Symmetric Tree</a:t>
            </a: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— LeetCode #101</a:t>
            </a:r>
            <a:br>
              <a:rPr b="1" lang="en-IN" sz="22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-IN" sz="22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i="1"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https://leetcode.com/problems/symmetric-tree/</a:t>
            </a:r>
            <a:endParaRPr i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2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Check whether a binary tree is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symmetric (mirror of itself)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using recursive or iterative methods.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 tree comparison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Builds logic for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mirror structure detection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balanced tree problems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