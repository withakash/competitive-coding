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mQeSsEXVEF82Sqnvd17vjFHac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2E1938-8AE2-498A-ACF2-DE91B5988C11}">
  <a:tblStyle styleId="{C02E1938-8AE2-498A-ACF2-DE91B5988C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  <a:tcStyle>
        <a:fill>
          <a:solidFill>
            <a:srgbClr val="FFFFFF"/>
          </a:solidFill>
        </a:fill>
      </a:tcStyle>
    </a:band2H>
    <a:band1V>
      <a:tcTxStyle b="off" i="off"/>
    </a:band1V>
    <a:band2V>
      <a:tcTxStyle b="off" i="off"/>
    </a:band2V>
    <a:lastCol>
      <a:tcTxStyle b="off" i="off"/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4a11ccf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a4a11ccfb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4a11ccfbc_0_49"/>
          <p:cNvSpPr txBox="1"/>
          <p:nvPr>
            <p:ph idx="12" type="sldNum"/>
          </p:nvPr>
        </p:nvSpPr>
        <p:spPr>
          <a:xfrm>
            <a:off x="11095176" y="641476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2" type="body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3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23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" type="body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g3a4a11ccfbc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63" name="Google Shape;63;g3a4a11ccfbc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g3a4a11ccfbc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US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g3a4a11ccfbc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a4a11ccfbc_0_0"/>
          <p:cNvSpPr txBox="1"/>
          <p:nvPr/>
        </p:nvSpPr>
        <p:spPr>
          <a:xfrm>
            <a:off x="457000" y="2494345"/>
            <a:ext cx="1093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Write a Program to view a tree from left View.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g3a4a11ccfbc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{C02E1938-8AE2-498A-ACF2-DE91B5988C11}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b="1"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Google Shape;73;p2"/>
          <p:cNvGraphicFramePr/>
          <p:nvPr/>
        </p:nvGraphicFramePr>
        <p:xfrm>
          <a:off x="1461073" y="274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{C02E1938-8AE2-498A-ACF2-DE91B5988C11}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view a tree from left View.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Google Shape;74;p2"/>
          <p:cNvGraphicFramePr/>
          <p:nvPr/>
        </p:nvGraphicFramePr>
        <p:xfrm>
          <a:off x="1471064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{C02E1938-8AE2-498A-ACF2-DE91B5988C11}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tree views, especially the Left View of a binary tree.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identify and display nodes visible from the left side of a tree.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mplement the Left View logic using Level-Order (BFS) and Depth-First (DFS) traversals.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both approaches for efficiency comparison.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838200" y="1070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b="1"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838200" y="2889650"/>
            <a:ext cx="10515600" cy="17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Left View of a binary tree consists of nodes visible when the tree is viewed from the left side.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task is to traverse the tree and print the first node at each level.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838200" y="2143449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 Binary Tree can be viewed from different angles — left, right, top, bottom.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The Left View includes only the leftmost nodes at each level.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We can find it using: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Level-Order Traversal (BFS) — using a queue.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Depth-First Search (DFS) — using recursion and level tracking.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838200" y="7912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838200" y="225175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Approach 1 — BFS (Level Order):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Initialize a queue and push the root node.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For each level, process all nodes — print the first node of that level.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Enqueue left and right children of each node.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Approach 2 — DFS (Recursive):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Start from the root with level = 1 and </a:t>
            </a:r>
            <a:r>
              <a:rPr lang="en-US">
                <a:solidFill>
                  <a:srgbClr val="188038"/>
                </a:solidFill>
              </a:rPr>
              <a:t>maxLevel = 0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If current level &gt; maxLevel, print the node and update maxLevel.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Recur left, then right.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/>
          </a:p>
        </p:txBody>
      </p:sp>
      <p:pic>
        <p:nvPicPr>
          <p:cNvPr descr="Google Shape;122;p7"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4687" y="2049093"/>
            <a:ext cx="3706502" cy="3273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23;p7" id="99" name="Google Shape;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0818" y="2049090"/>
            <a:ext cx="3706502" cy="327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1095250" y="5559320"/>
            <a:ext cx="9652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Output: [1, 2, 4, 7]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Explanation: From the left side of the tree, only the nodes 1, 2, 4 and 7 are visible.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>
            <p:ph type="title"/>
          </p:nvPr>
        </p:nvSpPr>
        <p:spPr>
          <a:xfrm>
            <a:off x="838200" y="57818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/>
          </a:p>
        </p:txBody>
      </p:sp>
      <p:sp>
        <p:nvSpPr>
          <p:cNvPr id="106" name="Google Shape;106;p7"/>
          <p:cNvSpPr txBox="1"/>
          <p:nvPr/>
        </p:nvSpPr>
        <p:spPr>
          <a:xfrm>
            <a:off x="1076564" y="1551997"/>
            <a:ext cx="82209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import java.util.*;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class Node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int 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Node left, right;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Node(int data)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this.data = 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left = right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public class LeftViewBinaryTree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// Function to print the Left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public static void printLeftView(Node root)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if (root == null)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return;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/>
        </p:nvSpPr>
        <p:spPr>
          <a:xfrm>
            <a:off x="815279" y="1043366"/>
            <a:ext cx="88350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Queue&lt;Node&gt; queue = new LinkedList&lt;&gt;();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queue.add(root);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while (!queue.isEmpty())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int levelSize = queue.size();  // Number of nodes at current level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for (int i = 0; i &lt; levelSize;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Node current = queue.poll();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// Print the first node of each level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if (i ==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    System.out.print(current.data + " 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if (current.left != null)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    queue.add(current.left);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if (current.right != null)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    queue.add(current.right);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/>
        </p:nvSpPr>
        <p:spPr>
          <a:xfrm>
            <a:off x="849817" y="1255851"/>
            <a:ext cx="88350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public static void main(String[] args)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// Constructing a sample binary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Node root = new Node(1);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root.left = new Node(2);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root.right = new Node(3);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root.left.left = new Node(4);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root.left.right = new Node(5);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root.right.left = new Node(6);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root.right.right = new Node(7);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root.left.left.left = new Node(8);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System.out.print("Left View of Binary Tree: 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printLeftView(root);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838200" y="109753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 b="1"/>
          </a:p>
        </p:txBody>
      </p:sp>
      <p:graphicFrame>
        <p:nvGraphicFramePr>
          <p:cNvPr id="122" name="Google Shape;122;p10"/>
          <p:cNvGraphicFramePr/>
          <p:nvPr/>
        </p:nvGraphicFramePr>
        <p:xfrm>
          <a:off x="1360250" y="3105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{C02E1938-8AE2-498A-ACF2-DE91B5988C11}</a:tableStyleId>
              </a:tblPr>
              <a:tblGrid>
                <a:gridCol w="2179375"/>
                <a:gridCol w="3736075"/>
                <a:gridCol w="3891750"/>
              </a:tblGrid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BFS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O(width of tree)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DFS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O(height of tree)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 b="1"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838200" y="2331651"/>
            <a:ext cx="105156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Left View of a binary tree shows all nodes visible from the left side.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Can be implemented using BFS (iterative) or DFS (recursive) traversal.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Both have O(n) time complexity.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Commonly used in visualization, tree analysis, and real-world rendering algorithms.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 b="1"/>
          </a:p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838200" y="227838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1️⃣ Left View of Binary Tree — LeetCode #199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u="sng">
                <a:solidFill>
                  <a:srgbClr val="0070C0"/>
                </a:solidFill>
              </a:rPr>
              <a:t> 🔗 https://leetcode.com/problems/binary-tree-right-side-view/</a:t>
            </a:r>
            <a:br>
              <a:rPr lang="en-US" u="sng">
                <a:solidFill>
                  <a:srgbClr val="0070C0"/>
                </a:solidFill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(Use the same concept for Left View.)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Use BFS or DFS traversal to print the visible nodes from the left side of the tree.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Strengthens understanding of tree traversal and level-wise processing.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4294967295"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Cambria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