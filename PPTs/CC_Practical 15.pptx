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bouGvB9+deFKlcJc07OCaQKl7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AC873D-616C-421B-9A40-78D2D7D1000B}">
  <a:tblStyle styleId="{0DAC873D-616C-421B-9A40-78D2D7D100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ef920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9ef9207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lowest-common-ancestor-of-a-binary-tree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a49ef92079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a49ef92079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a49ef92079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a49ef92079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49ef92079_0_0"/>
          <p:cNvSpPr txBox="1"/>
          <p:nvPr/>
        </p:nvSpPr>
        <p:spPr>
          <a:xfrm>
            <a:off x="457000" y="2217978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a program for Lowest Common Ancestors.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a49ef92079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{0DAC873D-616C-421B-9A40-78D2D7D1000B}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{0DAC873D-616C-421B-9A40-78D2D7D1000B}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Lowest Common Ancestor (LCA) in a Binary Tree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{0DAC873D-616C-421B-9A40-78D2D7D1000B}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the Lowest Common Ancestor (LCA) in a binary tree.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trace paths of two nodes and identify their shared ancestor.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recursive logic to efficiently find the LCA.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LCA approach.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 binary tree and two node values, find their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one node is the ancestor of the other, return that node itself.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2196715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Lowest Common Ancestor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(LCA) of two nodes n1 and n2 in a binary tree is the lowest (deepest) node that has both n1 and n2 as descendants.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 simpler terms, it’s the common parent of both nodes that appears lowest in the tree.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We can find the LCA efficiently using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51517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00342" y="2805594"/>
            <a:ext cx="105156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is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return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NULL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the root matches either of the two target nodes, return the root.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Recursively search for the two nodes in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subtrees.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both sides return non-NULL, the current node is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LCA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Otherwise, return the non-NULL side.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2177" y="2090197"/>
            <a:ext cx="5067650" cy="317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2365875" y="5776520"/>
            <a:ext cx="805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Output: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rgbClr val="273239"/>
              </a:solidFill>
              <a:highlight>
                <a:srgbClr val="F9F9F9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 As shown below, LCA of 4 and 5 is 2.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6847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9960" y="1913503"/>
            <a:ext cx="8841996" cy="4898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492" y="1257022"/>
            <a:ext cx="8223941" cy="3461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>
            <p:ph type="title"/>
          </p:nvPr>
        </p:nvSpPr>
        <p:spPr>
          <a:xfrm>
            <a:off x="838188" y="43590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1688" y="5243533"/>
            <a:ext cx="79914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838200" y="10575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40" name="Google Shape;140;p13"/>
          <p:cNvGraphicFramePr/>
          <p:nvPr/>
        </p:nvGraphicFramePr>
        <p:xfrm>
          <a:off x="684650" y="35180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{0DAC873D-616C-421B-9A40-78D2D7D1000B}</a:tableStyleId>
              </a:tblPr>
              <a:tblGrid>
                <a:gridCol w="1865200"/>
                <a:gridCol w="2009525"/>
                <a:gridCol w="1949900"/>
                <a:gridCol w="49233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 LCA (Recursive)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Traverses all nodes; recursion depth = tree height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838200" y="10176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838200" y="2478134"/>
            <a:ext cx="105156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Lowest Common Ancestor (LCA)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identifies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shared parent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two given nodes.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Solved efficiently using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with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time complexity.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Widely used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network routing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taxonomy classification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organization hierarchies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4883" y="9510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630283" y="2391076"/>
            <a:ext cx="1087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🔹 Lowest Common Ancestor of a Binary Tree — LeetCode #236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i="1"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https://leetcode.com/problems/lowest-common-ancestor-of-a-binary-tree/</a:t>
            </a:r>
            <a:endParaRPr i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Use recursion to find the deepest common parent node between two given nodes in a binary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 tree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logic.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foundation for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graph ancestry and path problems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