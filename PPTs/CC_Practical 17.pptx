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r8QKLQVMtuFgk88RYBDmicQSl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19DC33-2982-46E2-A4DA-20CA2CF1637B}">
  <a:tblStyle styleId="{0E19DC33-2982-46E2-A4DA-20CA2CF1637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F715F65-00C9-480D-AEF3-6BF238F5FD8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4a039aa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a4a039aae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s://leetcode.com/problems/design-hashmap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https://leetcode.com/problems/valid-anagram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g3a4a039aae8_0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9" name="Google Shape;89;g3a4a039aae8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g3a4a039aae8_0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g3a4a039aae8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a4a039aae8_0_0"/>
          <p:cNvSpPr txBox="1"/>
          <p:nvPr/>
        </p:nvSpPr>
        <p:spPr>
          <a:xfrm>
            <a:off x="457000" y="2217978"/>
            <a:ext cx="109320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Implementation of hash function usage to store and retrieve key-value pairs.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g3a4a039aae8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US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{0E19DC33-2982-46E2-A4DA-20CA2CF1637B}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" name="Google Shape;100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{0E19DC33-2982-46E2-A4DA-20CA2CF1637B}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Implementation of hash function usage to store and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retrieve key-value pairs.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" name="Google Shape;101;p2"/>
          <p:cNvGraphicFramePr/>
          <p:nvPr/>
        </p:nvGraphicFramePr>
        <p:xfrm>
          <a:off x="1520492" y="4104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{0E19DC33-2982-46E2-A4DA-20CA2CF1637B}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a hash function for storing and retrieving key–value pairs efficiently.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design functions for insertion, search, and display operations in a hash table.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design functions for insertion, search, and display operations in a hash table.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811567" y="7246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786854" y="209867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Write a Program for a basic hash function in a programming language of your choice. Demonstrate its usage to store and retrieve key-value pairs.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1. Insert key–value pairs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Search for a key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Display the complete hash table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838200" y="2196715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Hashing converts data (key) into a fixed-size index using a hash function.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Enables fast insertion and lookup in O(1) average time.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Collision: Two keys produce the same index.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Chaining: Handle collisions by maintaining a list of key-value pairs at each index.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838200" y="96436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788773" y="217773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1. Initialize: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Create an array (vector) of buckets.</a:t>
            </a:r>
            <a:br>
              <a:rPr lang="en-US">
                <a:latin typeface="Cambria"/>
                <a:ea typeface="Cambria"/>
                <a:cs typeface="Cambria"/>
                <a:sym typeface="Cambria"/>
              </a:rPr>
            </a:b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2. Hash Function: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h=(h∗base+ASCII(char))modTABLE_SIZE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Base = 31 (a small prime)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Mod = Table size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838200" y="8045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838200" y="226507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4. Compute index using hash function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US" sz="2400"/>
              <a:t>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If key exists → update value.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Else → append to that bucket.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5. Find (key):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US" sz="2400"/>
              <a:t> Compute index using hash function.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Search for the key in the bucket.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Return its value or &lt;NOT FOUND&gt;.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6. Display():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	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/>
        </p:nvSpPr>
        <p:spPr>
          <a:xfrm>
            <a:off x="887895" y="2446956"/>
            <a:ext cx="100053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Hash Table (TABLE_SIZE = 11):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 : [banana → yellow]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 : [apple → red]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5 : [grape → purple]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8 : [mango → orange]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9 : [pear → green]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10: [peach → pink]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 txBox="1"/>
          <p:nvPr>
            <p:ph type="title"/>
          </p:nvPr>
        </p:nvSpPr>
        <p:spPr>
          <a:xfrm>
            <a:off x="838200" y="7646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838200" y="831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838200" y="1936532"/>
            <a:ext cx="10406400" cy="4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const size_t TABLE_SIZE = 11;                // small size to show collisions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vector&lt;vector&lt;pair&lt;string,string&gt;&gt;&gt; buckets(TABLE_SIZE);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// helper lambdas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auto insert = [&amp;](const string &amp;key, const string &amp;value)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size_t idx = simpleStringHash(key, TABLE_SIZE);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// update if key already exists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for (auto &amp;p : buckets[idx])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    if (p.first == key) { p.second = value; return;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7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buckets[idx].push_back({key, value});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};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6200">
                <a:latin typeface="Cambria"/>
                <a:ea typeface="Cambria"/>
                <a:cs typeface="Cambria"/>
                <a:sym typeface="Cambria"/>
              </a:rPr>
              <a:t> </a:t>
            </a:r>
            <a:endParaRPr/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609600" y="884118"/>
            <a:ext cx="109728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45" name="Google Shape;145;p9"/>
          <p:cNvSpPr txBox="1"/>
          <p:nvPr/>
        </p:nvSpPr>
        <p:spPr>
          <a:xfrm>
            <a:off x="492701" y="1857229"/>
            <a:ext cx="105954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 findValue = [&amp;](const string &amp;key) -&gt; string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size_t idx = simpleStringHash(key, TABLE_SIZE);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for (auto &amp;p : buckets[idx])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if (p.first == key) return p.second;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return "&lt;NOT FOUND&gt;";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auto showTable = [&amp;]()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cout &lt;&lt; "Hash table buckets (index : [key -&gt; value, ...])\n";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for (size_t i = 0; i &lt; TABLE_SIZE; ++i)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cout &lt;&lt; i &lt;&lt; " : 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(auto &amp;p : buckets[i]) cout &lt;&lt; "[" &lt;&lt; p.first &lt;&lt; " -&gt; " &lt;&lt; p.second &lt;&lt; "] 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cout &lt;&lt; "\n";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838200" y="8445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926757" y="2357620"/>
            <a:ext cx="8217300" cy="4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table buckets (index : [key → value])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: [banana → yellow]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: [apple → red]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: [grape → purple]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: [mango → orange]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: [pear → green]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10: [peach → pink]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→ red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banana → yellow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 → green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kiwi → &lt;NOT FOUND&gt;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838200" y="115079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57" name="Google Shape;157;p12"/>
          <p:cNvGraphicFramePr/>
          <p:nvPr/>
        </p:nvGraphicFramePr>
        <p:xfrm>
          <a:off x="1043609" y="30178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{1F715F65-00C9-480D-AEF3-6BF238F5FD8F}</a:tableStyleId>
              </a:tblPr>
              <a:tblGrid>
                <a:gridCol w="2981750"/>
                <a:gridCol w="1739350"/>
                <a:gridCol w="1888425"/>
                <a:gridCol w="33196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Insert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O(1)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O(n)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Search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O(1)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O(n)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838200" y="233165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Hashing improves search efficiency.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Collision handling via chaining ensures stable performance.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Each bucket can store multiple key-value pairs.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Effective for dictionaries, databases, and symbol tables.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838200" y="93773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790832" y="2117205"/>
            <a:ext cx="10563000" cy="46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1. </a:t>
            </a:r>
            <a:r>
              <a:rPr lang="en-US"/>
              <a:t> </a:t>
            </a: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Design HashMap — </a:t>
            </a:r>
            <a:r>
              <a:rPr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#706</a:t>
            </a:r>
            <a:endParaRPr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🔗   </a:t>
            </a:r>
            <a:r>
              <a:rPr lang="en-US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  https://leetcode.com/problems/design-hashmap/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Build a simple hash map with chaining.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Same as our class example — perfect for reinforcement.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838200" y="7912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838200" y="225175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2. </a:t>
            </a:r>
            <a:r>
              <a:rPr b="1" lang="en-US"/>
              <a:t>Valid Anagram — </a:t>
            </a:r>
            <a:r>
              <a:rPr lang="en-US"/>
              <a:t>LeetCode #706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🔗  </a:t>
            </a:r>
            <a:r>
              <a:rPr lang="en-US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 https://leetcode.com/problems/valid-anagram/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: Uses hashing for frequency counting.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US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