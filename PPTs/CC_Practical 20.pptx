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m7rJwHAUJhPoBjQJQoaZr/z+0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617C00-1C60-4A96-A08B-376BC2A273EE}">
  <a:tblStyle styleId="{02617C00-1C60-4A96-A08B-376BC2A273E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a0a769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4a0a7693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implement-trie-prefix-tree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add-and-search-word-data-structure-design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replace-words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a4a0a76933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a4a0a76933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a4a0a76933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a4a0a76933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4a0a76933_0_0"/>
          <p:cNvSpPr txBox="1"/>
          <p:nvPr/>
        </p:nvSpPr>
        <p:spPr>
          <a:xfrm>
            <a:off x="457000" y="2217978"/>
            <a:ext cx="10932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Write a Program to Implement Search, insert, and Remove in Trie.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a4a0a76933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{02617C00-1C60-4A96-A08B-376BC2A273EE}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271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{02617C00-1C60-4A96-A08B-376BC2A273EE}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Implement Search, insert, and Remove in Trie.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{02617C00-1C60-4A96-A08B-376BC2A273EE}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understand the concept and structure of Trie (Prefix Tree).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the basic Insert, Search, and Remove operations in a Trie.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store and retrieve strings with common prefixes.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deletion carefully so shared prefixes among words are not lost.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analyze the time and space complexity of Trie operations.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91110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237160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implement a Trie (prefix tree) that supports: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insert(String key) — insert a word into the trie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search(String key) — return true if the exact word exists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remove(String key) — delete a word from the trie (if it exists)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2063550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Trie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is a tree-like data structure used to store a dynamic set of strings where keys are usually strings.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667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Fast prefix-based operations: insert, search, and delete in time proportional to the length of the word </a:t>
            </a:r>
            <a:r>
              <a:rPr lang="en-IN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O(L)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where </a:t>
            </a:r>
            <a:r>
              <a:rPr lang="en-IN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is word length.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667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Useful for auto-complete, spell-checkers, dictionary implementations, and IP routing (prefix matching).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22517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4001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Insert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182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43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Start at root.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17182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43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For each character ch in the word: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17182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43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compute index (e.g., ch - 'a').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17182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43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children[index] is null, create new node.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17182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43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move to children[index].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17182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43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After last char, mark isEndOfWord = true.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Time: O(L) per insertion. Space: O(L) new nodes in worst case.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226507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171"/>
              <a:buNone/>
            </a:pPr>
            <a:r>
              <a:rPr b="1" lang="en-IN" sz="3300">
                <a:latin typeface="Cambria"/>
                <a:ea typeface="Cambria"/>
                <a:cs typeface="Cambria"/>
                <a:sym typeface="Cambria"/>
              </a:rPr>
              <a:t>Search</a:t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Start at root.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For each character ch in the word: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Cambria"/>
              <a:buChar char="●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follow children[index].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Cambria"/>
              <a:buChar char="●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at any step child is null → return false.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After last char, return node.isEndOfWord.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7646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Time: O(L) per search.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231833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IN" sz="3300">
                <a:latin typeface="Cambria"/>
                <a:ea typeface="Cambria"/>
                <a:cs typeface="Cambria"/>
                <a:sym typeface="Cambria"/>
              </a:rPr>
              <a:t>Delete</a:t>
            </a:r>
            <a:endParaRPr sz="3300"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Deleting a word requires careful handling to avoid removing nodes used by other words.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Use recursive helper that: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Traverses characters to the end.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Unmarks isEndOfWord at end.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On unwind, delete a child node if: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It has no children, and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isEndOfWord is false.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Return boolean to parent indicating whether child can be removed.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Time: O(L) per deletion.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6580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1650" y="1983651"/>
            <a:ext cx="7172217" cy="471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810" y="1540392"/>
            <a:ext cx="8782378" cy="4070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6275" y="1361573"/>
            <a:ext cx="8793575" cy="47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9955" y="1218891"/>
            <a:ext cx="9364382" cy="4420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838200" y="89778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2372032" y="2309123"/>
            <a:ext cx="6142800" cy="351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Search 'car': true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Search 'cap': false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After deleting 'car', search 'car': false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Search 'cat': true</a:t>
            </a:r>
            <a:endParaRPr sz="24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838200" y="125733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1170039" y="3019834"/>
            <a:ext cx="786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O(L) per operation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O(26 × L) (for children references)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838200" y="9910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838200" y="2451501"/>
            <a:ext cx="105156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Efficient method to search pair adding up to target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Uses HashMap for instant lookup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Suitable for large inputs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One-pass solution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22517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✅ Advantage: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Eliminates nested loops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Guaranteed faster performance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📌 Use Cases: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E-Commerce cart matching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Financial security validation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Data search operations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838200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838200" y="234496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1️⃣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Implement Trie (Prefix Tree) — LeetCode #208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https://leetcode.com/problems/implement-trie-prefix-tree/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Build a Trie supporting insert(), search(), and startsWith() operations.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Directly matches this practical — helps master the basic structure and traversal logic of Trie.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4" name="Google Shape;184;p17"/>
          <p:cNvSpPr txBox="1"/>
          <p:nvPr>
            <p:ph idx="1" type="body"/>
          </p:nvPr>
        </p:nvSpPr>
        <p:spPr>
          <a:xfrm>
            <a:off x="838200" y="218517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2️⃣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Add and Search Word – Data Structure Design — LeetCode #211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https://leetcode.com/problems/add-and-search-word-data-structure-design/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Extend Trie to support wildcard searches using recursion (. can match any letter).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Strengthens understanding of Trie traversal and recursive pattern searching.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838200" y="223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3️⃣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Replace Words — LeetCode #648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https://leetcode.com/problems/replace-words/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Use Trie to replace words in a sentence with the shortest root from a given dictionary.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Demonstrates how Trie can be applied in real-world tasks like text simplification and dictionary lookups.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</cp:coreProperties>
</file>