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js/Nfqm49njQ8Dgd3jUxSlVLK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AAA023-1789-4942-9A62-C438C5B0635D}">
  <a:tblStyle styleId="{D1AAA023-1789-4942-9A62-C438C5B0635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9bd8dcd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00" lIns="91500" spcFirstLastPara="1" rIns="91500" wrap="square" tIns="91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99bd8dcd9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9bd8dcd98_0_9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99bd8dcd98_0_9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g399bd8dcd98_0_9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9bd8dcd98_0_9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99bd8dcd98_0_9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validate-binary-search-tree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recover-binary-search-tree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convert-sorted-array-to-binary-search-tree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9bd8dcd98_0_3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99bd8dcd98_0_3"/>
          <p:cNvSpPr txBox="1"/>
          <p:nvPr/>
        </p:nvSpPr>
        <p:spPr>
          <a:xfrm>
            <a:off x="378600" y="2248685"/>
            <a:ext cx="10932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Function to Check if a Binary Tree is a Valid BST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g399bd8dcd98_0_3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{D1AAA023-1789-4942-9A62-C438C5B0635D}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{D1AAA023-1789-4942-9A62-C438C5B0635D}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Function to Check if a Binary Tree is a Valid BST</a:t>
                      </a:r>
                      <a:endParaRPr b="1" i="0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{D1AAA023-1789-4942-9A62-C438C5B0635D}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Understand the concept and properties of a Binary Search Tree (BST).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Learn how to validate whether a given binary tree is a valid BST.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Implement BST validation using recursion and range checking.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the BST validation algorithm.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226507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to check whether a given Binary Tree is a Valid Binary Search Tree (BST) or not. 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Conditions: 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Each node’s left subtree must contain values less than the node’s key. 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Each node’s right subtree must contain values greater than the node’s key. 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Both left and right subtrees must themselves be valid BSTs.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2130133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 Binary Search Tree (BST) is a special kind of binary tree that maintains sorted order.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Property: left &lt; root &lt; right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The inorder traversal of a BST produces a sorted sequence.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To verify a binary tree, this property must hold recursively for every node.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71135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38200" y="2171854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Approach 1 – Recursive Range Check: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Start from the root node.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Define valid range (min, max) for each node.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Check if node value lies within range.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Recursively verify both subtrees.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Left subtree uses range (min, node.data)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Right subtree uses range (node.data, max)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If all nodes satisfy the condition,  the tree is a valid BST.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838200" y="223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Approach 2 – Inorder Traversal Check: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457200" lvl="1" marL="9144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Perform inorder traversal and track previous node.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If current node ≤ previous node → Not a BST.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If traversal is sorted → Valid BST.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This method also runs in O(n) time.</a:t>
            </a:r>
            <a:endParaRPr/>
          </a:p>
          <a:p>
            <a:pPr indent="-3048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1942061" y="5457858"/>
            <a:ext cx="7263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Inorder Traversal: 1,2,3,4,5,6,7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 Valid BST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Binary Search Trees vs. AVL Trees: the Complexity of Construction |  Baeldung on Computer Science"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864" y="1858947"/>
            <a:ext cx="5621441" cy="359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838200" y="6314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9545" y="1676665"/>
            <a:ext cx="8901431" cy="51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2395" y="1372235"/>
            <a:ext cx="9103995" cy="411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93773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8" name="Google Shape;148;p1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555" y="2481420"/>
            <a:ext cx="9915000" cy="13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Example Walkthrough</a:t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838200" y="231833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Root (10): range (−∞, +∞) → OK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Left (5): range (−∞, 10) → OK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Right (15): range (10, +∞) → OK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4. All nodes satisfy range → Valid BST.</a:t>
            </a:r>
            <a:endParaRPr/>
          </a:p>
        </p:txBody>
      </p:sp>
      <p:sp>
        <p:nvSpPr>
          <p:cNvPr id="155" name="Google Shape;155;p11"/>
          <p:cNvSpPr txBox="1"/>
          <p:nvPr/>
        </p:nvSpPr>
        <p:spPr>
          <a:xfrm>
            <a:off x="4192270" y="2426921"/>
            <a:ext cx="40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838200" y="233165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Time Complexity: O(n)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Each node is visited exactly once.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Space Complexity: O(h)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Recursion stack depends on tree height (h).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838200" y="93773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838200" y="239823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Verifies BST property using range limits.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Inorder traversal is always sorted for BST.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Efficient: O(n) time, O(h) space.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Helps in tree validation and search problems.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838200" y="7646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3" name="Google Shape;173;p14"/>
          <p:cNvSpPr txBox="1"/>
          <p:nvPr>
            <p:ph idx="1" type="body"/>
          </p:nvPr>
        </p:nvSpPr>
        <p:spPr>
          <a:xfrm>
            <a:off x="838200" y="222512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1. Validate Binary Search Tree – </a:t>
            </a: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#98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accent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 Link: https://leetcode.com/problems/validate-binary-search-tree/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5A8D"/>
              </a:buClr>
              <a:buSzPts val="2400"/>
              <a:buNone/>
            </a:pPr>
            <a:r>
              <a:rPr b="1" lang="en-US" sz="2400">
                <a:solidFill>
                  <a:srgbClr val="235A8D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Use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inorder traversal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recursive range checking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to ensure that every node follows the rule: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latin typeface="Cambria"/>
                <a:ea typeface="Cambria"/>
                <a:cs typeface="Cambria"/>
                <a:sym typeface="Cambria"/>
              </a:rPr>
              <a:t>left &lt; root &lt; right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5A8D"/>
              </a:buClr>
              <a:buSzPts val="2400"/>
              <a:buNone/>
            </a:pPr>
            <a:r>
              <a:rPr b="1" lang="en-US" sz="2400">
                <a:solidFill>
                  <a:srgbClr val="235A8D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This is the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exact same concept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as your Practical 10 — validating BST structure and property correctness.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Reinforces recursion, boundary conditions, and tree traversal understanding.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>
            <p:ph type="title"/>
          </p:nvPr>
        </p:nvSpPr>
        <p:spPr>
          <a:xfrm>
            <a:off x="838200" y="6580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9" name="Google Shape;179;p15"/>
          <p:cNvSpPr txBox="1"/>
          <p:nvPr>
            <p:ph idx="1" type="body"/>
          </p:nvPr>
        </p:nvSpPr>
        <p:spPr>
          <a:xfrm>
            <a:off x="838200" y="211858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>
                <a:latin typeface="Cambria"/>
                <a:ea typeface="Cambria"/>
                <a:cs typeface="Cambria"/>
                <a:sym typeface="Cambria"/>
              </a:rPr>
              <a:t>2. Recover Binary Search Tree –</a:t>
            </a: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6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#99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US" sz="26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https://leetcode.com/problems/recover-binary-search-tree/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5A8D"/>
              </a:buClr>
              <a:buSzPts val="2600"/>
              <a:buNone/>
            </a:pPr>
            <a:r>
              <a:rPr b="1" lang="en-US" sz="2600">
                <a:solidFill>
                  <a:srgbClr val="235A8D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US" sz="26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Two nodes in a Binary Search Tree are swapped by mistake.</a:t>
            </a:r>
            <a:br>
              <a:rPr lang="en-US" sz="26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Use </a:t>
            </a:r>
            <a:r>
              <a:rPr b="1" lang="en-US" sz="2600">
                <a:latin typeface="Cambria"/>
                <a:ea typeface="Cambria"/>
                <a:cs typeface="Cambria"/>
                <a:sym typeface="Cambria"/>
              </a:rPr>
              <a:t>inorder traversal</a:t>
            </a: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 to detect and restore the correct BST order by identifying the misplaced nodes.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5A8D"/>
              </a:buClr>
              <a:buSzPts val="2600"/>
              <a:buNone/>
            </a:pPr>
            <a:r>
              <a:rPr b="1" lang="en-US" sz="2600">
                <a:solidFill>
                  <a:srgbClr val="235A8D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lang="en-US" sz="26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This question builds on the </a:t>
            </a:r>
            <a:r>
              <a:rPr b="1" lang="en-US" sz="2600">
                <a:latin typeface="Cambria"/>
                <a:ea typeface="Cambria"/>
                <a:cs typeface="Cambria"/>
                <a:sym typeface="Cambria"/>
              </a:rPr>
              <a:t>BST validation logic</a:t>
            </a: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 — understanding how and why inorder traversal works for BSTs.</a:t>
            </a:r>
            <a:br>
              <a:rPr lang="en-US" sz="26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It helps strengthen your grasp of </a:t>
            </a:r>
            <a:r>
              <a:rPr b="1" lang="en-US" sz="2600">
                <a:latin typeface="Cambria"/>
                <a:ea typeface="Cambria"/>
                <a:cs typeface="Cambria"/>
                <a:sym typeface="Cambria"/>
              </a:rPr>
              <a:t>BST properties</a:t>
            </a: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US" sz="2600">
                <a:latin typeface="Cambria"/>
                <a:ea typeface="Cambria"/>
                <a:cs typeface="Cambria"/>
                <a:sym typeface="Cambria"/>
              </a:rPr>
              <a:t>recursive traversal</a:t>
            </a: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US" sz="2600">
                <a:latin typeface="Cambria"/>
                <a:ea typeface="Cambria"/>
                <a:cs typeface="Cambria"/>
                <a:sym typeface="Cambria"/>
              </a:rPr>
              <a:t>error correction</a:t>
            </a: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 in trees.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5" name="Google Shape;185;p16"/>
          <p:cNvSpPr txBox="1"/>
          <p:nvPr>
            <p:ph idx="1" type="body"/>
          </p:nvPr>
        </p:nvSpPr>
        <p:spPr>
          <a:xfrm>
            <a:off x="838200" y="233165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3. Convert Sorted Array to Binary Search Tree — LeetCode #108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https://leetcode.com/problems/convert-sorted-array-to-binary-search-tree/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5A8D"/>
              </a:buClr>
              <a:buSzPts val="2400"/>
              <a:buNone/>
            </a:pPr>
            <a:r>
              <a:rPr b="1" lang="en-US" sz="2400">
                <a:solidFill>
                  <a:srgbClr val="235A8D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Build a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balanced BST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from a sorted array by recursively selecting the middle element as the root.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5A8D"/>
              </a:buClr>
              <a:buSzPts val="2400"/>
              <a:buNone/>
            </a:pPr>
            <a:r>
              <a:rPr b="1" lang="en-US" sz="2400">
                <a:solidFill>
                  <a:srgbClr val="235A8D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Helps understand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how valid BSTs are structured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— complements your validation logic by learning how BSTs are built.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US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2025-10-28T09:21:00Z</dcterms:created>
  <dc:creator>Prakash K. P.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2C67170C491047618383C853E89A4E43_13</vt:lpwstr>
  </property>
  <property fmtid="{D5CDD505-2E9C-101B-9397-08002B2CF9AE}" pid="3" name="KSOProductBuildVer">
    <vt:lpwstr>1033-12.2.0.23155</vt:lpwstr>
  </property>
</Properties>
</file>