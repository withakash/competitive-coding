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TzWh/CBG5XADr5of5+6/fah9s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2ED5ED-BA4B-49FA-93FB-3FC20AF90C42}">
  <a:tblStyle styleId="{D52ED5ED-BA4B-49FA-93FB-3FC20AF90C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49ef0122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00" lIns="91500" spcFirstLastPara="1" rIns="91500" wrap="square" tIns="91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a49ef01229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49ef01229_0_17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a49ef01229_0_17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g3a49ef01229_0_1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a49ef01229_0_1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a49ef01229_0_1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49ef01229_0_10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a49ef01229_0_10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a49ef01229_0_10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a49ef01229_0_10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a49ef01229_0_10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49ef01229_0_1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a49ef01229_0_1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3a49ef01229_0_1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a49ef01229_0_1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a49ef01229_0_1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49ef01229_0_1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a49ef01229_0_1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g3a49ef01229_0_1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a49ef01229_0_1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a49ef01229_0_1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49ef01229_0_1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a49ef01229_0_12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a49ef01229_0_12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g3a49ef01229_0_1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a49ef01229_0_1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a49ef01229_0_1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49ef01229_0_13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a49ef01229_0_13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a49ef01229_0_13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g3a49ef01229_0_13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g3a49ef01229_0_13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a49ef01229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a49ef01229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a49ef01229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49ef01229_0_1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a49ef01229_0_1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a49ef01229_0_1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a49ef01229_0_1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9ef01229_0_1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a49ef01229_0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a49ef01229_0_1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49ef01229_0_14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a49ef01229_0_14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g3a49ef01229_0_14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g3a49ef01229_0_1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a49ef01229_0_1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a49ef01229_0_1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9ef01229_0_15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a49ef01229_0_15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a49ef01229_0_155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g3a49ef01229_0_1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a49ef01229_0_1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a49ef01229_0_1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49ef01229_0_1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a49ef01229_0_16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a49ef01229_0_1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49ef01229_0_1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49ef01229_0_1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ef01229_0_16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a49ef01229_0_16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a49ef01229_0_16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a49ef01229_0_16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a49ef01229_0_1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8" name="Google Shape;138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49ef01229_0_9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a49ef01229_0_9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a49ef01229_0_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a49ef01229_0_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a49ef01229_0_9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insert-into-a-binary-search-tree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search-in-a-binary-search-tree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s://leetcode.com/problems/construct-binary-search-tree-from-preorder-traversal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9ef01229_0_93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a49ef01229_0_93"/>
          <p:cNvSpPr txBox="1"/>
          <p:nvPr/>
        </p:nvSpPr>
        <p:spPr>
          <a:xfrm>
            <a:off x="378600" y="2422694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Program to Build a Binary Search Tree (BST)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g3a49ef01229_0_93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{D52ED5ED-BA4B-49FA-93FB-3FC20AF90C42}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{D52ED5ED-BA4B-49FA-93FB-3FC20AF90C42}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Build a Binary Search Tree (BST)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{D52ED5ED-BA4B-49FA-93FB-3FC20AF90C42}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Understand the concept of Binary Search Tree (BST) and its properties.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insert elements into a BST.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Explore recursive and iterative insertion logic.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time and space complexity of BST creation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81" name="Google Shape;181;p3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build a Binary Search Tree (BST)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by inserting elements one by one.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program should: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Accept a sequence of integer values.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Insert each element according to BST rules.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Display the tree using inorder traversal.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p4"/>
          <p:cNvSpPr txBox="1"/>
          <p:nvPr>
            <p:ph idx="1" type="body"/>
          </p:nvPr>
        </p:nvSpPr>
        <p:spPr>
          <a:xfrm>
            <a:off x="838200" y="2156766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A Binary Search Tree (BST) is a binary tree where: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The left child has a smaller value than its parent.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The right child has a larger value than its parent.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No duplicate elements are stored.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Inorder traversal of a BST gives a sorted sequence.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5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1. Start with an empty tree (root = null).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2. For each element: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  a. If the tree is empty → new node becomes root.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  b. If value &lt; root.data → insert into left subtree.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   c. If value &gt; root.data → insert into right subtree.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3. Repeat recursively until correct position is found.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4. Use inorder traversal to display the BST.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5. Inorder order: Left → Root → Right.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>
                <a:latin typeface="Cambria"/>
                <a:ea typeface="Cambria"/>
                <a:cs typeface="Cambria"/>
                <a:sym typeface="Cambria"/>
              </a:rPr>
              <a:t>6. This ensures ascending order output.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/>
        </p:nvSpPr>
        <p:spPr>
          <a:xfrm>
            <a:off x="1684308" y="1812292"/>
            <a:ext cx="56310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Insert sequence: 8, 3, 10, 1,6, 9,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Inorder Traversal: 1,3,6,8,9,10,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>
            <p:ph type="title"/>
          </p:nvPr>
        </p:nvSpPr>
        <p:spPr>
          <a:xfrm>
            <a:off x="838200" y="57818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Difference between Binary Search Tree and AVL Tree - GeeksforGeeks" id="200" name="Google Shape;200;p6"/>
          <p:cNvPicPr preferRelativeResize="0"/>
          <p:nvPr/>
        </p:nvPicPr>
        <p:blipFill rotWithShape="1">
          <a:blip r:embed="rId4">
            <a:alphaModFix/>
          </a:blip>
          <a:srcRect b="4111" l="3986" r="3987" t="21538"/>
          <a:stretch/>
        </p:blipFill>
        <p:spPr>
          <a:xfrm>
            <a:off x="3303639" y="2585364"/>
            <a:ext cx="4336026" cy="3194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838200" y="6314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6" name="Google Shape;206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9426" y="1957018"/>
            <a:ext cx="7525500" cy="44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0025" y="1151255"/>
            <a:ext cx="8942070" cy="508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type="title"/>
          </p:nvPr>
        </p:nvSpPr>
        <p:spPr>
          <a:xfrm>
            <a:off x="838200" y="93773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7" name="Google Shape;217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8205" y="2515280"/>
            <a:ext cx="7385100" cy="13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/>
          </a:p>
        </p:txBody>
      </p:sp>
      <p:sp>
        <p:nvSpPr>
          <p:cNvPr id="223" name="Google Shape;223;p10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Insert 40 → becomes root.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Insert 25 → goes left of 40.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Insert 60 → goes right of 40.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Insert 10, 30, 50, 70 → placed recursively.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5. Final structure matches BST rules.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229" name="Google Shape;229;p11"/>
          <p:cNvSpPr txBox="1"/>
          <p:nvPr>
            <p:ph idx="1" type="body"/>
          </p:nvPr>
        </p:nvSpPr>
        <p:spPr>
          <a:xfrm>
            <a:off x="838200" y="219848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Time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O(h) per insertion → h = height of tree.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O(n log n) average case for n elements.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Space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O(h) due to recursion stack.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35" name="Google Shape;235;p12"/>
          <p:cNvSpPr txBox="1"/>
          <p:nvPr>
            <p:ph idx="1" type="body"/>
          </p:nvPr>
        </p:nvSpPr>
        <p:spPr>
          <a:xfrm>
            <a:off x="838200" y="219848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BST maintains ordered data using left and right subtrees.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Insertion follows comparison-based positioning.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Inorder traversal displays sorted elements.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Average complexity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O(log n), Worst case: O(n).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838200" y="218517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Insert into a Binary Search Tree— </a:t>
            </a: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#701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https://leetcode.com/problems/insert-into-a-binary-search-tree/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Build a BST by inserting given nodes.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Strengthens understanding of insertion logic.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838200" y="8445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838200" y="230501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2. Search in a Binary Search Tree— </a:t>
            </a: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#700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https://leetcode.com/problems/search-in-a-binary-search-tree/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Find an element in an existing BST.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Reinforces traversal and search in BST.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53" name="Google Shape;253;p15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3. Construct BST from Preorder Traversal — LeetCode #1008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https://leetcode.com/problems/construct-binary-search-tree-from-preorder-traversal/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Rebuild BST using preorder sequence with recursion.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Improves understanding of BST structure and traversal.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2025-10-28T09:21:00Z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5E4C0E1AF105468EA0101BF1103124AF_13</vt:lpwstr>
  </property>
  <property fmtid="{D5CDD505-2E9C-101B-9397-08002B2CF9AE}" pid="3" name="KSOProductBuildVer">
    <vt:lpwstr>1033-12.2.0.23155</vt:lpwstr>
  </property>
</Properties>
</file>