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feZPc1twhoPrALr+93bx7QfzE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AB9495-A1F2-44ED-A8DC-75B8D801470A}">
  <a:tblStyle styleId="{C8AB9495-A1F2-44ED-A8DC-75B8D801470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9f7b41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49f7b410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e11e6b94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9e11e6b94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e11e6b9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9e11e6b94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a49f7b410c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a49f7b410c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a49f7b410c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a49f7b410c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49f7b410c_0_0"/>
          <p:cNvSpPr txBox="1"/>
          <p:nvPr/>
        </p:nvSpPr>
        <p:spPr>
          <a:xfrm>
            <a:off x="457000" y="2525052"/>
            <a:ext cx="1093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Preorder, Inorder, and Postorder Traversals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a49f7b410c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{C8AB9495-A1F2-44ED-A8DC-75B8D801470A}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{C8AB9495-A1F2-44ED-A8DC-75B8D801470A}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Preorder, Inorder, and Postorder Traversals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{C8AB9495-A1F2-44ED-A8DC-75B8D801470A}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tree is a hierarchical data structure consisting of nodes.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topmost node is called the root.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may have child nodes, 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Nodes without children are called leaf nodes.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means visiting each node of the tree exactly once.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831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267042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Understand and implement Tree traversals i.e.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Pre-Order Post-Order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In-Order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2196720"/>
            <a:ext cx="105156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Tree traversal means visiting every node of a tree in a specific order (once only).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There are mainly three depth-first traversals: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09" name="Google Shape;109;p4"/>
          <p:cNvGraphicFramePr/>
          <p:nvPr/>
        </p:nvGraphicFramePr>
        <p:xfrm>
          <a:off x="664200" y="40270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{C8AB9495-A1F2-44ED-A8DC-75B8D801470A}</a:tableStyleId>
              </a:tblPr>
              <a:tblGrid>
                <a:gridCol w="2819550"/>
                <a:gridCol w="3839950"/>
                <a:gridCol w="46186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Order of Visit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 (for tree below)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Root → Left → Right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D E C F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Inorder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Left → Root → Right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 B E A F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Postorder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Left → Right → Root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 E B F C 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765473"/>
            <a:ext cx="10515600" cy="49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Concept: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Traversal = visiting every node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once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in a specific order using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🔹 Preorder (Root → Left → Right)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A B D E C F</a:t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11e6b94b_0_4"/>
          <p:cNvSpPr txBox="1"/>
          <p:nvPr>
            <p:ph type="title"/>
          </p:nvPr>
        </p:nvSpPr>
        <p:spPr>
          <a:xfrm>
            <a:off x="838200" y="97768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g39e11e6b94b_0_4"/>
          <p:cNvSpPr txBox="1"/>
          <p:nvPr>
            <p:ph idx="1" type="body"/>
          </p:nvPr>
        </p:nvSpPr>
        <p:spPr>
          <a:xfrm>
            <a:off x="838200" y="2417718"/>
            <a:ext cx="105156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🔹 Inorder (Left → Root → Right)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D B E A F C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11e6b94b_0_10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g39e11e6b94b_0_10"/>
          <p:cNvSpPr txBox="1"/>
          <p:nvPr>
            <p:ph idx="1" type="body"/>
          </p:nvPr>
        </p:nvSpPr>
        <p:spPr>
          <a:xfrm>
            <a:off x="838200" y="2013245"/>
            <a:ext cx="105156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🔹 Postorder (Left → Right → Root)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D E B F C A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838200" y="61813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4350" y="1943717"/>
            <a:ext cx="9643276" cy="48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60482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0150" y="1663122"/>
            <a:ext cx="7954351" cy="50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739" y="1153837"/>
            <a:ext cx="1002030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>
            <p:ph type="title"/>
          </p:nvPr>
        </p:nvSpPr>
        <p:spPr>
          <a:xfrm>
            <a:off x="918100" y="378937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6" name="Google Shape;14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6975" y="4950178"/>
            <a:ext cx="7616576" cy="18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/>
          <p:nvPr>
            <p:ph type="title"/>
          </p:nvPr>
        </p:nvSpPr>
        <p:spPr>
          <a:xfrm>
            <a:off x="838200" y="112416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52" name="Google Shape;152;p13"/>
          <p:cNvGraphicFramePr/>
          <p:nvPr/>
        </p:nvGraphicFramePr>
        <p:xfrm>
          <a:off x="593150" y="3244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{C8AB9495-A1F2-44ED-A8DC-75B8D801470A}</a:tableStyleId>
              </a:tblPr>
              <a:tblGrid>
                <a:gridCol w="1614300"/>
                <a:gridCol w="1956000"/>
                <a:gridCol w="2758175"/>
                <a:gridCol w="4547750"/>
              </a:tblGrid>
              <a:tr h="8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 (Recursion Stack)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is visited once; recursion depth = tree height (h).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Inorder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Visits every node exactly once; stack used for recursion.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Postorder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processed after its children; same depth as others.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484790" y="2416861"/>
            <a:ext cx="11353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Tree traversal means visiting every node exactly once in a specific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There are three main Depth-First Traversals: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Preorder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(Root → Left → Right): Used to create or copy a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Inorder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(Left → Root → Right): Retrieves nodes in sorted order for BSTs.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Postorder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(Left → Right → Root): Used to delete or free the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All traversals have Time Complexity = O(n) and Space Complexity = O(h),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where h is the height of the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Traversals are the foundation of tree operations like searching, expression evaluation, and serialization.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8200" y="6580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8200" y="211858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Binary Tree Inorder Traversal — LeetCode #94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i="1" lang="en-IN" sz="2400" u="sng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https://leetcode.com/problems/binary-tree-inorder-traversal/</a:t>
            </a:r>
            <a:endParaRPr i="1" sz="2400" u="sng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Implement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Inorder Traversal (Left → Root → Right)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binary tree using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recursion or an iterative stack-based approach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Reinforces understanding of traversal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Tests recursion and stack manipulation.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Foundation for solving BST and expression tree problems.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838200" y="71135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794400" y="227037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 Binary Tree Preorder Traversal — LeetCode #144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i="1" lang="en-IN" sz="2400" u="sng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🔗 https://leetcode.com/problems/binary-tree-preorder-traversal/</a:t>
            </a:r>
            <a:endParaRPr i="1" sz="2400" u="sng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Perform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Preorder Traversal (Root → Left → Right)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binary tree.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You can solve it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recursively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iteratively using a stack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Builds clear understanding of visiting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recursive thinking and stack-based problem solving.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Prepares for advanced problems like serialization/deserialization of trees.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