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XsXTT6imi9N+TXXJEv3SRPBvq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8FE2B5-789E-4BCF-B529-E9971A135AFE}">
  <a:tblStyle styleId="{598FE2B5-789E-4BCF-B529-E9971A135AF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9bcf3a946_0_0:notes"/>
          <p:cNvSpPr txBox="1"/>
          <p:nvPr>
            <p:ph idx="1" type="body"/>
          </p:nvPr>
        </p:nvSpPr>
        <p:spPr>
          <a:xfrm>
            <a:off x="755968" y="5078605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825" lIns="102825" spcFirstLastPara="1" rIns="102825" wrap="square" tIns="102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4" name="Google Shape;94;g399bcf3a946_0_0:notes"/>
          <p:cNvSpPr/>
          <p:nvPr>
            <p:ph idx="2" type="sldImg"/>
          </p:nvPr>
        </p:nvSpPr>
        <p:spPr>
          <a:xfrm>
            <a:off x="1260194" y="80188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217488" y="812800"/>
            <a:ext cx="7124700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217488" y="812800"/>
            <a:ext cx="7124700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217488" y="812800"/>
            <a:ext cx="7124700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99bcf3a946_0_8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99bcf3a946_0_8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99bcf3a946_0_8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99bcf3a946_0_8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99bcf3a946_0_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>
  <p:cSld name="OBJECT 2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2920" y="-244440"/>
            <a:ext cx="1337400" cy="133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0"/>
          <p:cNvSpPr txBox="1"/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8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2"/>
          <p:cNvSpPr txBox="1"/>
          <p:nvPr>
            <p:ph idx="1"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22"/>
          <p:cNvSpPr txBox="1"/>
          <p:nvPr>
            <p:ph idx="2"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2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3"/>
          <p:cNvSpPr txBox="1"/>
          <p:nvPr>
            <p:ph idx="2"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24"/>
          <p:cNvSpPr txBox="1"/>
          <p:nvPr>
            <p:ph idx="1" type="body"/>
          </p:nvPr>
        </p:nvSpPr>
        <p:spPr>
          <a:xfrm rot="5400000">
            <a:off x="3920220" y="-1256580"/>
            <a:ext cx="4350600" cy="1051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24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 rot="5400000">
            <a:off x="7133580" y="1956420"/>
            <a:ext cx="5811120" cy="262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 rot="5400000">
            <a:off x="1799280" y="-596160"/>
            <a:ext cx="5811120" cy="773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26"/>
          <p:cNvSpPr txBox="1"/>
          <p:nvPr>
            <p:ph idx="1"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6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6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6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27"/>
          <p:cNvSpPr txBox="1"/>
          <p:nvPr>
            <p:ph idx="1"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27"/>
          <p:cNvSpPr txBox="1"/>
          <p:nvPr>
            <p:ph idx="2"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28"/>
          <p:cNvSpPr txBox="1"/>
          <p:nvPr>
            <p:ph idx="2"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8"/>
          <p:cNvSpPr txBox="1"/>
          <p:nvPr>
            <p:ph idx="3"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8"/>
          <p:cNvSpPr txBox="1"/>
          <p:nvPr>
            <p:ph idx="4"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8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8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9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29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leetcode.com/problems/next-greater-node-in-linked-list/description/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hyperlink" Target="https://leetcode.com/problems/swapping-nodes-in-a-linked-list/description/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hyperlink" Target="https://leetcode.com/problems/remove-zero-sum-consecutive-nodes-from-linked-list/description/" TargetMode="External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9bcf3a946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99bcf3a946_0_0"/>
          <p:cNvSpPr txBox="1"/>
          <p:nvPr/>
        </p:nvSpPr>
        <p:spPr>
          <a:xfrm>
            <a:off x="378600" y="2525052"/>
            <a:ext cx="1093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Swap Nodes pairwise in a linked list. 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" name="Google Shape;98;g399bcf3a946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Embedded Program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p2"/>
          <p:cNvGraphicFramePr/>
          <p:nvPr/>
        </p:nvGraphicFramePr>
        <p:xfrm>
          <a:off x="3309480" y="1265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{598FE2B5-789E-4BCF-B529-E9971A135AFE}</a:tableStyleId>
              </a:tblPr>
              <a:tblGrid>
                <a:gridCol w="5342750"/>
              </a:tblGrid>
              <a:tr h="35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Google Shape;104;p2"/>
          <p:cNvGraphicFramePr/>
          <p:nvPr/>
        </p:nvGraphicFramePr>
        <p:xfrm>
          <a:off x="1461240" y="2746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{598FE2B5-789E-4BCF-B529-E9971A135AFE}</a:tableStyleId>
              </a:tblPr>
              <a:tblGrid>
                <a:gridCol w="2864875"/>
                <a:gridCol w="6194150"/>
              </a:tblGrid>
              <a:tr h="159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Swap Nodes pairwise in a linked list.</a:t>
                      </a:r>
                      <a:endParaRPr b="1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" name="Google Shape;105;p2"/>
          <p:cNvGraphicFramePr/>
          <p:nvPr/>
        </p:nvGraphicFramePr>
        <p:xfrm>
          <a:off x="1470960" y="3595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{598FE2B5-789E-4BCF-B529-E9971A135AFE}</a:tableStyleId>
              </a:tblPr>
              <a:tblGrid>
                <a:gridCol w="9039250"/>
              </a:tblGrid>
              <a:tr h="20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Rearrange the linked list so every two adjacent nodes are swapped (1↔2, 3↔4, ...).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Do it in O(n) time and O(1) extra space — by changing links (ptrs), not node values.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2"/>
          <p:cNvSpPr/>
          <p:nvPr/>
        </p:nvSpPr>
        <p:spPr>
          <a:xfrm>
            <a:off x="3231000" y="4523400"/>
            <a:ext cx="1219140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838080" y="871067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>
            <p:ph idx="1" type="body"/>
          </p:nvPr>
        </p:nvSpPr>
        <p:spPr>
          <a:xfrm>
            <a:off x="838080" y="2331587"/>
            <a:ext cx="1051500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Write a program to Swap Nodes pairwise in a linked list.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838080" y="844434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838080" y="2169954"/>
            <a:ext cx="10515000" cy="44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0" i="0" lang="en-IN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linked list is a linear data structure composed of a sequence of nodes, where each node contains data and a pointer (or reference) to the next node in the sequence.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99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Common operations: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Insertion: Adding a new node to the linked list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Deletion: Removing a node from the linked list.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Traversal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Searching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85800" marR="0" rtl="0" algn="just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8580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838080" y="990916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1150374" y="2168232"/>
            <a:ext cx="93801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Create a singly linked list.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Traverse the list using a pointer current.</a:t>
            </a:r>
            <a:endParaRPr/>
          </a:p>
          <a:p>
            <a:pPr indent="-457200" lvl="8" marL="457200" rtl="0" algn="l">
              <a:lnSpc>
                <a:spcPct val="9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While current and current.next exist:</a:t>
            </a:r>
            <a:endParaRPr/>
          </a:p>
          <a:p>
            <a:pPr indent="-457200" lvl="8" marL="457200" rtl="0" algn="l">
              <a:lnSpc>
                <a:spcPct val="9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Swap the data of current and current.next</a:t>
            </a:r>
            <a:r>
              <a:rPr b="0" lang="en-IN" sz="2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Move current two nodes ahead.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Print the list after swapping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887760" y="2300334"/>
            <a:ext cx="100047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>
            <p:ph type="title"/>
          </p:nvPr>
        </p:nvSpPr>
        <p:spPr>
          <a:xfrm>
            <a:off x="838080" y="618054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080000" y="2171814"/>
            <a:ext cx="7851900" cy="3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6772" y="1706694"/>
            <a:ext cx="5466736" cy="50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38080" y="671320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4873" y="1946960"/>
            <a:ext cx="8487960" cy="4496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3834" y="1195235"/>
            <a:ext cx="7525801" cy="5506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838200" y="9377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720646" y="2578392"/>
            <a:ext cx="8111700" cy="315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1848466" y="2775037"/>
            <a:ext cx="7747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Original List: 1 2 3 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After Swapping Pairs: 2 1 4 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838080" y="1097448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</a:t>
            </a:r>
            <a:endParaRPr b="1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918720" y="2190048"/>
            <a:ext cx="71808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Input Linked List: 1 -&gt; 2 -&gt; 3 -&gt; 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Output Linked List: 2 -&gt; 1 -&gt; 4 -&gt; 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838080" y="644687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913320" y="1899647"/>
            <a:ext cx="9886200" cy="6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Time Complexity: O(N)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algorithm iterates through the linked list once, processing each pair of nodes. In each iteration of the while loop, a constant number of operations (pointer assignments) are performed. Therefore, the time taken grows linearly with the number of nodes (N) in the linked list.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Space Complexity: O(1)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algorithm uses a constant amount of extra space, regardless of the input linked list's size. A dummy node and a prev pointer are created, which consume a fixed amount of memory.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 auxiliary data structures are used that scale with the input size.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>
            <p:ph type="title"/>
          </p:nvPr>
        </p:nvSpPr>
        <p:spPr>
          <a:xfrm>
            <a:off x="838080" y="791168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Summary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2"/>
          <p:cNvSpPr txBox="1"/>
          <p:nvPr>
            <p:ph idx="1" type="body"/>
          </p:nvPr>
        </p:nvSpPr>
        <p:spPr>
          <a:xfrm>
            <a:off x="838080" y="2251688"/>
            <a:ext cx="1051500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algorithm efficiently swaps adjacent nodes in a singly linked list.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1041307" y="1595813"/>
            <a:ext cx="10404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Problem Statement 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 txBox="1"/>
          <p:nvPr>
            <p:ph idx="2" type="title"/>
          </p:nvPr>
        </p:nvSpPr>
        <p:spPr>
          <a:xfrm>
            <a:off x="838080" y="524838"/>
            <a:ext cx="105153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6845120" y="1849938"/>
            <a:ext cx="4884900" cy="50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Problem Statement Path: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Competitive Coding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Linked List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Next Greater Node in Linked List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Link: </a:t>
            </a:r>
            <a:r>
              <a:rPr b="0" i="0" lang="en-IN" sz="2400" u="sng" cap="none" strike="noStrike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https://leetcode.com/problems/next-greater-node-in-linked-list/description/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6283" y="2119002"/>
            <a:ext cx="5186539" cy="1806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6282" y="4080895"/>
            <a:ext cx="5095190" cy="2571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1041307" y="1702345"/>
            <a:ext cx="10404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Problem Statement 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 txBox="1"/>
          <p:nvPr>
            <p:ph idx="2" type="title"/>
          </p:nvPr>
        </p:nvSpPr>
        <p:spPr>
          <a:xfrm>
            <a:off x="838080" y="631370"/>
            <a:ext cx="105153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6374645" y="1956470"/>
            <a:ext cx="5274300" cy="4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Problem Statement Path: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Competitive Coding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Linked List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Swapping Nodes in a Linked List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Link: </a:t>
            </a:r>
            <a:r>
              <a:rPr b="0" i="0" lang="en-IN" sz="2400" u="sng" cap="none" strike="noStrike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https://leetcode.com/problems/swapping-nodes-in-a-linked-list/description/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0234" y="2288110"/>
            <a:ext cx="4647123" cy="3278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0234" y="5784484"/>
            <a:ext cx="2786249" cy="107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1041307" y="1342799"/>
            <a:ext cx="10404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Problem Statement 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 txBox="1"/>
          <p:nvPr>
            <p:ph idx="2" type="title"/>
          </p:nvPr>
        </p:nvSpPr>
        <p:spPr>
          <a:xfrm>
            <a:off x="3954155" y="466924"/>
            <a:ext cx="105153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7119872" y="1710299"/>
            <a:ext cx="4895100" cy="50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IN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Problem Statement Path: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IN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Competitive Coding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IN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Linked List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IN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Remove-zero-sum-consecutive-nodes-from-linked-list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IN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Link : </a:t>
            </a:r>
            <a:r>
              <a:rPr b="0" i="0" lang="en-IN" sz="2200" u="sng" cap="none" strike="noStrike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https://leetcode.com/problems/remove-zero-sum-consecutive-nodes-from-linked-list/description/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646" y="1809675"/>
            <a:ext cx="5926319" cy="4318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5"/>
          <p:cNvSpPr/>
          <p:nvPr/>
        </p:nvSpPr>
        <p:spPr>
          <a:xfrm>
            <a:off x="1041307" y="6146251"/>
            <a:ext cx="38499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Constraints: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given linked list will contain between 1 and 1000 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node in the linked list has -1000 &lt;= node.val &lt;= 1000.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1523880" y="2026800"/>
            <a:ext cx="914328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0" sz="7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18</vt:i4>
  </property>
</Properties>
</file>